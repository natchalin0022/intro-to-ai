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A37F5C-8955-4DA9-AC69-22D533DFC4A1}" v="422" dt="2026-01-09T11:29:16.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w Day" userId="aa665e8c-30a8-4fa9-8cc0-3863daf037ac" providerId="ADAL" clId="{CE17B43D-3670-4AC0-B409-2EE19855DAA8}"/>
    <pc:docChg chg="undo custSel addSld delSld modSld">
      <pc:chgData name="Huw Day" userId="aa665e8c-30a8-4fa9-8cc0-3863daf037ac" providerId="ADAL" clId="{CE17B43D-3670-4AC0-B409-2EE19855DAA8}" dt="2026-01-22T14:30:37.328" v="5068" actId="313"/>
      <pc:docMkLst>
        <pc:docMk/>
      </pc:docMkLst>
      <pc:sldChg chg="modSp mod">
        <pc:chgData name="Huw Day" userId="aa665e8c-30a8-4fa9-8cc0-3863daf037ac" providerId="ADAL" clId="{CE17B43D-3670-4AC0-B409-2EE19855DAA8}" dt="2026-01-22T14:30:37.328" v="5068" actId="313"/>
        <pc:sldMkLst>
          <pc:docMk/>
          <pc:sldMk cId="524193873" sldId="256"/>
        </pc:sldMkLst>
        <pc:spChg chg="mod">
          <ac:chgData name="Huw Day" userId="aa665e8c-30a8-4fa9-8cc0-3863daf037ac" providerId="ADAL" clId="{CE17B43D-3670-4AC0-B409-2EE19855DAA8}" dt="2026-01-22T14:30:37.328" v="5068" actId="313"/>
          <ac:spMkLst>
            <pc:docMk/>
            <pc:sldMk cId="524193873" sldId="256"/>
            <ac:spMk id="3" creationId="{C6D9E225-5106-B719-3EA5-A3E24FFA4789}"/>
          </ac:spMkLst>
        </pc:spChg>
      </pc:sldChg>
      <pc:sldChg chg="addSp modSp mod">
        <pc:chgData name="Huw Day" userId="aa665e8c-30a8-4fa9-8cc0-3863daf037ac" providerId="ADAL" clId="{CE17B43D-3670-4AC0-B409-2EE19855DAA8}" dt="2026-01-09T11:23:22.437" v="4228" actId="113"/>
        <pc:sldMkLst>
          <pc:docMk/>
          <pc:sldMk cId="2473596984" sldId="257"/>
        </pc:sldMkLst>
        <pc:spChg chg="add mod">
          <ac:chgData name="Huw Day" userId="aa665e8c-30a8-4fa9-8cc0-3863daf037ac" providerId="ADAL" clId="{CE17B43D-3670-4AC0-B409-2EE19855DAA8}" dt="2026-01-09T11:23:22.437" v="4228" actId="113"/>
          <ac:spMkLst>
            <pc:docMk/>
            <pc:sldMk cId="2473596984" sldId="257"/>
            <ac:spMk id="7" creationId="{E9479EC5-3338-A2CD-3A76-7532A32CB72E}"/>
          </ac:spMkLst>
        </pc:spChg>
        <pc:picChg chg="mod">
          <ac:chgData name="Huw Day" userId="aa665e8c-30a8-4fa9-8cc0-3863daf037ac" providerId="ADAL" clId="{CE17B43D-3670-4AC0-B409-2EE19855DAA8}" dt="2026-01-09T09:47:29.542" v="1050" actId="1076"/>
          <ac:picMkLst>
            <pc:docMk/>
            <pc:sldMk cId="2473596984" sldId="257"/>
            <ac:picMk id="1032" creationId="{4EB0CE5B-9DEF-A953-6EAB-7FB517817C99}"/>
          </ac:picMkLst>
        </pc:picChg>
      </pc:sldChg>
      <pc:sldChg chg="modSp new mod">
        <pc:chgData name="Huw Day" userId="aa665e8c-30a8-4fa9-8cc0-3863daf037ac" providerId="ADAL" clId="{CE17B43D-3670-4AC0-B409-2EE19855DAA8}" dt="2026-01-09T09:46:36.523" v="1009" actId="115"/>
        <pc:sldMkLst>
          <pc:docMk/>
          <pc:sldMk cId="2006142161" sldId="258"/>
        </pc:sldMkLst>
        <pc:spChg chg="mod">
          <ac:chgData name="Huw Day" userId="aa665e8c-30a8-4fa9-8cc0-3863daf037ac" providerId="ADAL" clId="{CE17B43D-3670-4AC0-B409-2EE19855DAA8}" dt="2026-01-09T09:46:36.523" v="1009" actId="115"/>
          <ac:spMkLst>
            <pc:docMk/>
            <pc:sldMk cId="2006142161" sldId="258"/>
            <ac:spMk id="2" creationId="{194D8316-59EA-54A8-DA3A-3EAF53EF0D71}"/>
          </ac:spMkLst>
        </pc:spChg>
        <pc:spChg chg="mod">
          <ac:chgData name="Huw Day" userId="aa665e8c-30a8-4fa9-8cc0-3863daf037ac" providerId="ADAL" clId="{CE17B43D-3670-4AC0-B409-2EE19855DAA8}" dt="2026-01-09T09:46:16.275" v="1008" actId="27636"/>
          <ac:spMkLst>
            <pc:docMk/>
            <pc:sldMk cId="2006142161" sldId="258"/>
            <ac:spMk id="3" creationId="{8334075D-4B09-5342-0F91-1F11A50F70CC}"/>
          </ac:spMkLst>
        </pc:spChg>
      </pc:sldChg>
      <pc:sldChg chg="addSp delSp modSp new mod">
        <pc:chgData name="Huw Day" userId="aa665e8c-30a8-4fa9-8cc0-3863daf037ac" providerId="ADAL" clId="{CE17B43D-3670-4AC0-B409-2EE19855DAA8}" dt="2026-01-09T11:23:28.469" v="4230" actId="478"/>
        <pc:sldMkLst>
          <pc:docMk/>
          <pc:sldMk cId="3949888226" sldId="259"/>
        </pc:sldMkLst>
        <pc:picChg chg="add mod">
          <ac:chgData name="Huw Day" userId="aa665e8c-30a8-4fa9-8cc0-3863daf037ac" providerId="ADAL" clId="{CE17B43D-3670-4AC0-B409-2EE19855DAA8}" dt="2026-01-09T09:53:29.752" v="1092" actId="1076"/>
          <ac:picMkLst>
            <pc:docMk/>
            <pc:sldMk cId="3949888226" sldId="259"/>
            <ac:picMk id="2054" creationId="{1BE61123-71C2-C5C8-94D1-6D5BB6337C4A}"/>
          </ac:picMkLst>
        </pc:picChg>
        <pc:picChg chg="add mod">
          <ac:chgData name="Huw Day" userId="aa665e8c-30a8-4fa9-8cc0-3863daf037ac" providerId="ADAL" clId="{CE17B43D-3670-4AC0-B409-2EE19855DAA8}" dt="2026-01-09T10:19:51.920" v="1841" actId="1076"/>
          <ac:picMkLst>
            <pc:docMk/>
            <pc:sldMk cId="3949888226" sldId="259"/>
            <ac:picMk id="2058" creationId="{67760C0A-63FA-1098-4F07-2530EE2D8838}"/>
          </ac:picMkLst>
        </pc:picChg>
      </pc:sldChg>
      <pc:sldChg chg="addSp delSp modSp new mod">
        <pc:chgData name="Huw Day" userId="aa665e8c-30a8-4fa9-8cc0-3863daf037ac" providerId="ADAL" clId="{CE17B43D-3670-4AC0-B409-2EE19855DAA8}" dt="2026-01-09T10:03:56.721" v="1234" actId="114"/>
        <pc:sldMkLst>
          <pc:docMk/>
          <pc:sldMk cId="949069023" sldId="260"/>
        </pc:sldMkLst>
        <pc:spChg chg="mod">
          <ac:chgData name="Huw Day" userId="aa665e8c-30a8-4fa9-8cc0-3863daf037ac" providerId="ADAL" clId="{CE17B43D-3670-4AC0-B409-2EE19855DAA8}" dt="2026-01-09T09:58:26.138" v="1130" actId="313"/>
          <ac:spMkLst>
            <pc:docMk/>
            <pc:sldMk cId="949069023" sldId="260"/>
            <ac:spMk id="2" creationId="{5B92A3BE-6F88-6E91-AA7B-36ED810B259D}"/>
          </ac:spMkLst>
        </pc:spChg>
        <pc:spChg chg="mod">
          <ac:chgData name="Huw Day" userId="aa665e8c-30a8-4fa9-8cc0-3863daf037ac" providerId="ADAL" clId="{CE17B43D-3670-4AC0-B409-2EE19855DAA8}" dt="2026-01-09T10:03:56.721" v="1234" actId="114"/>
          <ac:spMkLst>
            <pc:docMk/>
            <pc:sldMk cId="949069023" sldId="260"/>
            <ac:spMk id="3" creationId="{B7A8771F-7462-15DC-0193-CC333D9F2233}"/>
          </ac:spMkLst>
        </pc:spChg>
      </pc:sldChg>
      <pc:sldChg chg="addSp modSp new mod">
        <pc:chgData name="Huw Day" userId="aa665e8c-30a8-4fa9-8cc0-3863daf037ac" providerId="ADAL" clId="{CE17B43D-3670-4AC0-B409-2EE19855DAA8}" dt="2026-01-09T10:09:29.078" v="1585" actId="20577"/>
        <pc:sldMkLst>
          <pc:docMk/>
          <pc:sldMk cId="3156132720" sldId="261"/>
        </pc:sldMkLst>
        <pc:spChg chg="mod">
          <ac:chgData name="Huw Day" userId="aa665e8c-30a8-4fa9-8cc0-3863daf037ac" providerId="ADAL" clId="{CE17B43D-3670-4AC0-B409-2EE19855DAA8}" dt="2026-01-09T10:04:27.356" v="1319" actId="20577"/>
          <ac:spMkLst>
            <pc:docMk/>
            <pc:sldMk cId="3156132720" sldId="261"/>
            <ac:spMk id="2" creationId="{EA684F00-44FC-2553-0CA3-950ECCDE80C8}"/>
          </ac:spMkLst>
        </pc:spChg>
        <pc:spChg chg="mod">
          <ac:chgData name="Huw Day" userId="aa665e8c-30a8-4fa9-8cc0-3863daf037ac" providerId="ADAL" clId="{CE17B43D-3670-4AC0-B409-2EE19855DAA8}" dt="2026-01-09T10:09:29.078" v="1585" actId="20577"/>
          <ac:spMkLst>
            <pc:docMk/>
            <pc:sldMk cId="3156132720" sldId="261"/>
            <ac:spMk id="3" creationId="{99BC3B97-1B8E-9E5B-DE1D-6EA64E80F9BD}"/>
          </ac:spMkLst>
        </pc:spChg>
        <pc:spChg chg="add mod">
          <ac:chgData name="Huw Day" userId="aa665e8c-30a8-4fa9-8cc0-3863daf037ac" providerId="ADAL" clId="{CE17B43D-3670-4AC0-B409-2EE19855DAA8}" dt="2026-01-09T10:05:11.164" v="1343" actId="1076"/>
          <ac:spMkLst>
            <pc:docMk/>
            <pc:sldMk cId="3156132720" sldId="261"/>
            <ac:spMk id="5" creationId="{C21D81D7-36C0-AEEC-C822-4ADCF66C9ACF}"/>
          </ac:spMkLst>
        </pc:spChg>
      </pc:sldChg>
      <pc:sldChg chg="delSp modSp new mod">
        <pc:chgData name="Huw Day" userId="aa665e8c-30a8-4fa9-8cc0-3863daf037ac" providerId="ADAL" clId="{CE17B43D-3670-4AC0-B409-2EE19855DAA8}" dt="2026-01-09T10:12:06.224" v="1633" actId="33524"/>
        <pc:sldMkLst>
          <pc:docMk/>
          <pc:sldMk cId="1231290669" sldId="262"/>
        </pc:sldMkLst>
        <pc:spChg chg="mod">
          <ac:chgData name="Huw Day" userId="aa665e8c-30a8-4fa9-8cc0-3863daf037ac" providerId="ADAL" clId="{CE17B43D-3670-4AC0-B409-2EE19855DAA8}" dt="2026-01-09T10:12:06.224" v="1633" actId="33524"/>
          <ac:spMkLst>
            <pc:docMk/>
            <pc:sldMk cId="1231290669" sldId="262"/>
            <ac:spMk id="3" creationId="{E34B2B19-A0DA-06DB-E62B-525B8CD94C29}"/>
          </ac:spMkLst>
        </pc:spChg>
      </pc:sldChg>
      <pc:sldChg chg="modSp new mod">
        <pc:chgData name="Huw Day" userId="aa665e8c-30a8-4fa9-8cc0-3863daf037ac" providerId="ADAL" clId="{CE17B43D-3670-4AC0-B409-2EE19855DAA8}" dt="2026-01-09T10:31:20.973" v="2044" actId="113"/>
        <pc:sldMkLst>
          <pc:docMk/>
          <pc:sldMk cId="2013000329" sldId="263"/>
        </pc:sldMkLst>
        <pc:spChg chg="mod">
          <ac:chgData name="Huw Day" userId="aa665e8c-30a8-4fa9-8cc0-3863daf037ac" providerId="ADAL" clId="{CE17B43D-3670-4AC0-B409-2EE19855DAA8}" dt="2026-01-09T10:13:11.973" v="1722" actId="20577"/>
          <ac:spMkLst>
            <pc:docMk/>
            <pc:sldMk cId="2013000329" sldId="263"/>
            <ac:spMk id="2" creationId="{03513C80-0258-A5C7-9D00-F832FE17E786}"/>
          </ac:spMkLst>
        </pc:spChg>
        <pc:spChg chg="mod">
          <ac:chgData name="Huw Day" userId="aa665e8c-30a8-4fa9-8cc0-3863daf037ac" providerId="ADAL" clId="{CE17B43D-3670-4AC0-B409-2EE19855DAA8}" dt="2026-01-09T10:31:20.973" v="2044" actId="113"/>
          <ac:spMkLst>
            <pc:docMk/>
            <pc:sldMk cId="2013000329" sldId="263"/>
            <ac:spMk id="3" creationId="{26373A54-5659-4325-1B07-0775D1A47A21}"/>
          </ac:spMkLst>
        </pc:spChg>
      </pc:sldChg>
      <pc:sldChg chg="addSp delSp modSp new mod">
        <pc:chgData name="Huw Day" userId="aa665e8c-30a8-4fa9-8cc0-3863daf037ac" providerId="ADAL" clId="{CE17B43D-3670-4AC0-B409-2EE19855DAA8}" dt="2026-01-09T11:23:16.499" v="4226" actId="1076"/>
        <pc:sldMkLst>
          <pc:docMk/>
          <pc:sldMk cId="3472823139" sldId="264"/>
        </pc:sldMkLst>
        <pc:spChg chg="mod">
          <ac:chgData name="Huw Day" userId="aa665e8c-30a8-4fa9-8cc0-3863daf037ac" providerId="ADAL" clId="{CE17B43D-3670-4AC0-B409-2EE19855DAA8}" dt="2026-01-09T11:23:16.499" v="4226" actId="1076"/>
          <ac:spMkLst>
            <pc:docMk/>
            <pc:sldMk cId="3472823139" sldId="264"/>
            <ac:spMk id="3" creationId="{497AD7B5-5604-30B3-5C0D-278043A0F6F7}"/>
          </ac:spMkLst>
        </pc:spChg>
      </pc:sldChg>
      <pc:sldChg chg="addSp delSp modSp new mod">
        <pc:chgData name="Huw Day" userId="aa665e8c-30a8-4fa9-8cc0-3863daf037ac" providerId="ADAL" clId="{CE17B43D-3670-4AC0-B409-2EE19855DAA8}" dt="2026-01-09T10:29:44.490" v="1955" actId="255"/>
        <pc:sldMkLst>
          <pc:docMk/>
          <pc:sldMk cId="420500472" sldId="265"/>
        </pc:sldMkLst>
        <pc:spChg chg="add mod">
          <ac:chgData name="Huw Day" userId="aa665e8c-30a8-4fa9-8cc0-3863daf037ac" providerId="ADAL" clId="{CE17B43D-3670-4AC0-B409-2EE19855DAA8}" dt="2026-01-09T10:29:40.457" v="1954" actId="255"/>
          <ac:spMkLst>
            <pc:docMk/>
            <pc:sldMk cId="420500472" sldId="265"/>
            <ac:spMk id="5" creationId="{8F8EBEF9-231B-0084-37DD-D1DBA2D2031D}"/>
          </ac:spMkLst>
        </pc:spChg>
        <pc:spChg chg="add mod">
          <ac:chgData name="Huw Day" userId="aa665e8c-30a8-4fa9-8cc0-3863daf037ac" providerId="ADAL" clId="{CE17B43D-3670-4AC0-B409-2EE19855DAA8}" dt="2026-01-09T10:29:44.490" v="1955" actId="255"/>
          <ac:spMkLst>
            <pc:docMk/>
            <pc:sldMk cId="420500472" sldId="265"/>
            <ac:spMk id="7" creationId="{3CB59871-2817-E16B-E297-E772F748A8BC}"/>
          </ac:spMkLst>
        </pc:spChg>
        <pc:spChg chg="add mod">
          <ac:chgData name="Huw Day" userId="aa665e8c-30a8-4fa9-8cc0-3863daf037ac" providerId="ADAL" clId="{CE17B43D-3670-4AC0-B409-2EE19855DAA8}" dt="2026-01-09T10:27:54.911" v="1922" actId="20577"/>
          <ac:spMkLst>
            <pc:docMk/>
            <pc:sldMk cId="420500472" sldId="265"/>
            <ac:spMk id="11" creationId="{EC74132F-D154-3EE0-36BF-9D4400AFC67F}"/>
          </ac:spMkLst>
        </pc:spChg>
        <pc:picChg chg="add mod">
          <ac:chgData name="Huw Day" userId="aa665e8c-30a8-4fa9-8cc0-3863daf037ac" providerId="ADAL" clId="{CE17B43D-3670-4AC0-B409-2EE19855DAA8}" dt="2026-01-09T10:20:50.103" v="1850" actId="1076"/>
          <ac:picMkLst>
            <pc:docMk/>
            <pc:sldMk cId="420500472" sldId="265"/>
            <ac:picMk id="3074" creationId="{7CAE23DC-8EDA-5A8F-B02A-735608AFB3E9}"/>
          </ac:picMkLst>
        </pc:picChg>
        <pc:picChg chg="add mod">
          <ac:chgData name="Huw Day" userId="aa665e8c-30a8-4fa9-8cc0-3863daf037ac" providerId="ADAL" clId="{CE17B43D-3670-4AC0-B409-2EE19855DAA8}" dt="2026-01-09T10:29:25.226" v="1953" actId="1076"/>
          <ac:picMkLst>
            <pc:docMk/>
            <pc:sldMk cId="420500472" sldId="265"/>
            <ac:picMk id="3082" creationId="{F7339C17-7902-F83D-8A88-4BA57786DEC5}"/>
          </ac:picMkLst>
        </pc:picChg>
      </pc:sldChg>
      <pc:sldChg chg="modSp new mod">
        <pc:chgData name="Huw Day" userId="aa665e8c-30a8-4fa9-8cc0-3863daf037ac" providerId="ADAL" clId="{CE17B43D-3670-4AC0-B409-2EE19855DAA8}" dt="2026-01-09T10:38:34.406" v="2488" actId="20577"/>
        <pc:sldMkLst>
          <pc:docMk/>
          <pc:sldMk cId="4268001868" sldId="267"/>
        </pc:sldMkLst>
        <pc:spChg chg="mod">
          <ac:chgData name="Huw Day" userId="aa665e8c-30a8-4fa9-8cc0-3863daf037ac" providerId="ADAL" clId="{CE17B43D-3670-4AC0-B409-2EE19855DAA8}" dt="2026-01-09T10:38:34.406" v="2488" actId="20577"/>
          <ac:spMkLst>
            <pc:docMk/>
            <pc:sldMk cId="4268001868" sldId="267"/>
            <ac:spMk id="2" creationId="{479B1A6D-28E8-9517-E3D9-EF0CA7D0A360}"/>
          </ac:spMkLst>
        </pc:spChg>
        <pc:spChg chg="mod">
          <ac:chgData name="Huw Day" userId="aa665e8c-30a8-4fa9-8cc0-3863daf037ac" providerId="ADAL" clId="{CE17B43D-3670-4AC0-B409-2EE19855DAA8}" dt="2026-01-09T10:38:22.988" v="2426" actId="1076"/>
          <ac:spMkLst>
            <pc:docMk/>
            <pc:sldMk cId="4268001868" sldId="267"/>
            <ac:spMk id="3" creationId="{23D8106F-B806-8A19-53B1-0236C9237521}"/>
          </ac:spMkLst>
        </pc:spChg>
      </pc:sldChg>
      <pc:sldChg chg="addSp delSp modSp new mod">
        <pc:chgData name="Huw Day" userId="aa665e8c-30a8-4fa9-8cc0-3863daf037ac" providerId="ADAL" clId="{CE17B43D-3670-4AC0-B409-2EE19855DAA8}" dt="2026-01-09T10:56:34.524" v="3015" actId="20577"/>
        <pc:sldMkLst>
          <pc:docMk/>
          <pc:sldMk cId="3262065130" sldId="268"/>
        </pc:sldMkLst>
        <pc:spChg chg="mod">
          <ac:chgData name="Huw Day" userId="aa665e8c-30a8-4fa9-8cc0-3863daf037ac" providerId="ADAL" clId="{CE17B43D-3670-4AC0-B409-2EE19855DAA8}" dt="2026-01-09T10:51:32.571" v="2668" actId="20577"/>
          <ac:spMkLst>
            <pc:docMk/>
            <pc:sldMk cId="3262065130" sldId="268"/>
            <ac:spMk id="2" creationId="{BCB8AF38-257D-661E-7841-912510FCDDD6}"/>
          </ac:spMkLst>
        </pc:spChg>
        <pc:graphicFrameChg chg="add mod modGraphic">
          <ac:chgData name="Huw Day" userId="aa665e8c-30a8-4fa9-8cc0-3863daf037ac" providerId="ADAL" clId="{CE17B43D-3670-4AC0-B409-2EE19855DAA8}" dt="2026-01-09T10:56:34.524" v="3015" actId="20577"/>
          <ac:graphicFrameMkLst>
            <pc:docMk/>
            <pc:sldMk cId="3262065130" sldId="268"/>
            <ac:graphicFrameMk id="7" creationId="{9401C7F1-79D6-A14F-B1AF-EE2F51F3F484}"/>
          </ac:graphicFrameMkLst>
        </pc:graphicFrameChg>
      </pc:sldChg>
      <pc:sldChg chg="addSp modSp new mod">
        <pc:chgData name="Huw Day" userId="aa665e8c-30a8-4fa9-8cc0-3863daf037ac" providerId="ADAL" clId="{CE17B43D-3670-4AC0-B409-2EE19855DAA8}" dt="2026-01-09T11:22:12.804" v="4211" actId="113"/>
        <pc:sldMkLst>
          <pc:docMk/>
          <pc:sldMk cId="1013842988" sldId="269"/>
        </pc:sldMkLst>
        <pc:spChg chg="mod">
          <ac:chgData name="Huw Day" userId="aa665e8c-30a8-4fa9-8cc0-3863daf037ac" providerId="ADAL" clId="{CE17B43D-3670-4AC0-B409-2EE19855DAA8}" dt="2026-01-09T11:00:21.960" v="3051" actId="20577"/>
          <ac:spMkLst>
            <pc:docMk/>
            <pc:sldMk cId="1013842988" sldId="269"/>
            <ac:spMk id="2" creationId="{AA79D56E-F827-0B0A-20C6-C6B2765BA15E}"/>
          </ac:spMkLst>
        </pc:spChg>
        <pc:spChg chg="mod">
          <ac:chgData name="Huw Day" userId="aa665e8c-30a8-4fa9-8cc0-3863daf037ac" providerId="ADAL" clId="{CE17B43D-3670-4AC0-B409-2EE19855DAA8}" dt="2026-01-09T11:13:15.323" v="3681" actId="20577"/>
          <ac:spMkLst>
            <pc:docMk/>
            <pc:sldMk cId="1013842988" sldId="269"/>
            <ac:spMk id="3" creationId="{912D0052-CADE-4C92-9CB7-B4C809194492}"/>
          </ac:spMkLst>
        </pc:spChg>
        <pc:spChg chg="add mod">
          <ac:chgData name="Huw Day" userId="aa665e8c-30a8-4fa9-8cc0-3863daf037ac" providerId="ADAL" clId="{CE17B43D-3670-4AC0-B409-2EE19855DAA8}" dt="2026-01-09T11:22:12.804" v="4211" actId="113"/>
          <ac:spMkLst>
            <pc:docMk/>
            <pc:sldMk cId="1013842988" sldId="269"/>
            <ac:spMk id="5" creationId="{5B342EE1-AB6E-A0BE-7303-4FCBDBC816E1}"/>
          </ac:spMkLst>
        </pc:spChg>
      </pc:sldChg>
      <pc:sldChg chg="addSp delSp modSp new mod">
        <pc:chgData name="Huw Day" userId="aa665e8c-30a8-4fa9-8cc0-3863daf037ac" providerId="ADAL" clId="{CE17B43D-3670-4AC0-B409-2EE19855DAA8}" dt="2026-01-09T11:19:51.843" v="4180" actId="1076"/>
        <pc:sldMkLst>
          <pc:docMk/>
          <pc:sldMk cId="236310085" sldId="270"/>
        </pc:sldMkLst>
        <pc:spChg chg="mod">
          <ac:chgData name="Huw Day" userId="aa665e8c-30a8-4fa9-8cc0-3863daf037ac" providerId="ADAL" clId="{CE17B43D-3670-4AC0-B409-2EE19855DAA8}" dt="2026-01-09T11:19:48.498" v="4179" actId="1076"/>
          <ac:spMkLst>
            <pc:docMk/>
            <pc:sldMk cId="236310085" sldId="270"/>
            <ac:spMk id="2" creationId="{EB8C61A0-7093-6BDE-C71C-9EF51A278DAC}"/>
          </ac:spMkLst>
        </pc:spChg>
        <pc:spChg chg="mod">
          <ac:chgData name="Huw Day" userId="aa665e8c-30a8-4fa9-8cc0-3863daf037ac" providerId="ADAL" clId="{CE17B43D-3670-4AC0-B409-2EE19855DAA8}" dt="2026-01-09T11:19:51.843" v="4180" actId="1076"/>
          <ac:spMkLst>
            <pc:docMk/>
            <pc:sldMk cId="236310085" sldId="270"/>
            <ac:spMk id="3" creationId="{649AE96E-8DCC-9C32-3FD0-34B67ADB0650}"/>
          </ac:spMkLst>
        </pc:spChg>
        <pc:picChg chg="add mod">
          <ac:chgData name="Huw Day" userId="aa665e8c-30a8-4fa9-8cc0-3863daf037ac" providerId="ADAL" clId="{CE17B43D-3670-4AC0-B409-2EE19855DAA8}" dt="2026-01-09T11:19:44.170" v="4178" actId="1076"/>
          <ac:picMkLst>
            <pc:docMk/>
            <pc:sldMk cId="236310085" sldId="270"/>
            <ac:picMk id="7" creationId="{503749C5-A732-A658-106A-FCAEE97E9C01}"/>
          </ac:picMkLst>
        </pc:picChg>
      </pc:sldChg>
      <pc:sldChg chg="addSp delSp modSp new mod">
        <pc:chgData name="Huw Day" userId="aa665e8c-30a8-4fa9-8cc0-3863daf037ac" providerId="ADAL" clId="{CE17B43D-3670-4AC0-B409-2EE19855DAA8}" dt="2026-01-09T11:26:08.049" v="4326" actId="20577"/>
        <pc:sldMkLst>
          <pc:docMk/>
          <pc:sldMk cId="2874863665" sldId="271"/>
        </pc:sldMkLst>
        <pc:spChg chg="mod">
          <ac:chgData name="Huw Day" userId="aa665e8c-30a8-4fa9-8cc0-3863daf037ac" providerId="ADAL" clId="{CE17B43D-3670-4AC0-B409-2EE19855DAA8}" dt="2026-01-09T11:26:08.049" v="4326" actId="20577"/>
          <ac:spMkLst>
            <pc:docMk/>
            <pc:sldMk cId="2874863665" sldId="271"/>
            <ac:spMk id="2" creationId="{BE2AC69F-260E-A495-B277-20ACE9E7BB60}"/>
          </ac:spMkLst>
        </pc:spChg>
        <pc:spChg chg="add mod">
          <ac:chgData name="Huw Day" userId="aa665e8c-30a8-4fa9-8cc0-3863daf037ac" providerId="ADAL" clId="{CE17B43D-3670-4AC0-B409-2EE19855DAA8}" dt="2026-01-09T11:25:38.380" v="4255" actId="1076"/>
          <ac:spMkLst>
            <pc:docMk/>
            <pc:sldMk cId="2874863665" sldId="271"/>
            <ac:spMk id="5" creationId="{2D1FCCF6-D70E-EBEB-CE07-427AE5982857}"/>
          </ac:spMkLst>
        </pc:spChg>
        <pc:spChg chg="add mod">
          <ac:chgData name="Huw Day" userId="aa665e8c-30a8-4fa9-8cc0-3863daf037ac" providerId="ADAL" clId="{CE17B43D-3670-4AC0-B409-2EE19855DAA8}" dt="2026-01-09T11:25:22.926" v="4251" actId="14100"/>
          <ac:spMkLst>
            <pc:docMk/>
            <pc:sldMk cId="2874863665" sldId="271"/>
            <ac:spMk id="8" creationId="{4E86E5ED-8E22-BB4E-EB9B-D7C65117709B}"/>
          </ac:spMkLst>
        </pc:spChg>
        <pc:picChg chg="add mod">
          <ac:chgData name="Huw Day" userId="aa665e8c-30a8-4fa9-8cc0-3863daf037ac" providerId="ADAL" clId="{CE17B43D-3670-4AC0-B409-2EE19855DAA8}" dt="2026-01-09T11:25:42.699" v="4257" actId="1076"/>
          <ac:picMkLst>
            <pc:docMk/>
            <pc:sldMk cId="2874863665" sldId="271"/>
            <ac:picMk id="4098" creationId="{7D055011-43D7-8CD3-F77A-3CA8FC33B27B}"/>
          </ac:picMkLst>
        </pc:picChg>
      </pc:sldChg>
      <pc:sldChg chg="modSp new mod">
        <pc:chgData name="Huw Day" userId="aa665e8c-30a8-4fa9-8cc0-3863daf037ac" providerId="ADAL" clId="{CE17B43D-3670-4AC0-B409-2EE19855DAA8}" dt="2026-01-09T11:32:05.515" v="5065" actId="313"/>
        <pc:sldMkLst>
          <pc:docMk/>
          <pc:sldMk cId="1119606706" sldId="272"/>
        </pc:sldMkLst>
        <pc:spChg chg="mod">
          <ac:chgData name="Huw Day" userId="aa665e8c-30a8-4fa9-8cc0-3863daf037ac" providerId="ADAL" clId="{CE17B43D-3670-4AC0-B409-2EE19855DAA8}" dt="2026-01-09T11:25:57.463" v="4284" actId="20577"/>
          <ac:spMkLst>
            <pc:docMk/>
            <pc:sldMk cId="1119606706" sldId="272"/>
            <ac:spMk id="2" creationId="{BA388C47-191E-01DA-4FC7-0ACA82FCDE98}"/>
          </ac:spMkLst>
        </pc:spChg>
        <pc:spChg chg="mod">
          <ac:chgData name="Huw Day" userId="aa665e8c-30a8-4fa9-8cc0-3863daf037ac" providerId="ADAL" clId="{CE17B43D-3670-4AC0-B409-2EE19855DAA8}" dt="2026-01-09T11:32:05.515" v="5065" actId="313"/>
          <ac:spMkLst>
            <pc:docMk/>
            <pc:sldMk cId="1119606706" sldId="272"/>
            <ac:spMk id="3" creationId="{4F7B831C-08A2-7A02-0CC3-E2EBED2D972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0760D9-B8B0-43F9-B634-1E1FA3154A3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6035F3E7-71F2-4411-B7AA-46237016DD64}">
      <dgm:prSet phldrT="[Text]" phldr="0"/>
      <dgm:spPr/>
      <dgm:t>
        <a:bodyPr/>
        <a:lstStyle/>
        <a:p>
          <a:r>
            <a:rPr lang="en-US" dirty="0"/>
            <a:t>Does your data have labels?</a:t>
          </a:r>
          <a:endParaRPr lang="en-GB" dirty="0"/>
        </a:p>
      </dgm:t>
    </dgm:pt>
    <dgm:pt modelId="{CCA8DFA0-3FFE-4AFF-9A9F-C76E1C2EBB81}" type="parTrans" cxnId="{A49298A0-5146-4FB4-A54D-E8BD4E116D68}">
      <dgm:prSet/>
      <dgm:spPr/>
      <dgm:t>
        <a:bodyPr/>
        <a:lstStyle/>
        <a:p>
          <a:endParaRPr lang="en-GB"/>
        </a:p>
      </dgm:t>
    </dgm:pt>
    <dgm:pt modelId="{E64AB2B4-FC1F-4A72-B8B3-FF5A61FB8799}" type="sibTrans" cxnId="{A49298A0-5146-4FB4-A54D-E8BD4E116D68}">
      <dgm:prSet/>
      <dgm:spPr/>
      <dgm:t>
        <a:bodyPr/>
        <a:lstStyle/>
        <a:p>
          <a:endParaRPr lang="en-GB"/>
        </a:p>
      </dgm:t>
    </dgm:pt>
    <dgm:pt modelId="{EBD84998-08CA-4E2B-9C0F-6244F011BDF8}">
      <dgm:prSet phldrT="[Text]" phldr="0"/>
      <dgm:spPr/>
      <dgm:t>
        <a:bodyPr/>
        <a:lstStyle/>
        <a:p>
          <a:r>
            <a:rPr lang="en-US" dirty="0"/>
            <a:t>Supervised Learning</a:t>
          </a:r>
          <a:endParaRPr lang="en-GB" dirty="0"/>
        </a:p>
      </dgm:t>
    </dgm:pt>
    <dgm:pt modelId="{016D3A09-FE6E-41F5-8AD9-728B5DA66FFC}" type="parTrans" cxnId="{978AD6B4-9CCA-4E60-BD79-77FD487E8845}">
      <dgm:prSet/>
      <dgm:spPr/>
      <dgm:t>
        <a:bodyPr/>
        <a:lstStyle/>
        <a:p>
          <a:endParaRPr lang="en-GB"/>
        </a:p>
      </dgm:t>
    </dgm:pt>
    <dgm:pt modelId="{077CAF72-0DA6-4EA2-A4AA-082775C0FD5A}" type="sibTrans" cxnId="{978AD6B4-9CCA-4E60-BD79-77FD487E8845}">
      <dgm:prSet/>
      <dgm:spPr/>
      <dgm:t>
        <a:bodyPr/>
        <a:lstStyle/>
        <a:p>
          <a:endParaRPr lang="en-GB"/>
        </a:p>
      </dgm:t>
    </dgm:pt>
    <dgm:pt modelId="{F47F4B23-0C83-4227-8312-7598BE156CC9}">
      <dgm:prSet phldrT="[Text]" phldr="0"/>
      <dgm:spPr/>
      <dgm:t>
        <a:bodyPr/>
        <a:lstStyle/>
        <a:p>
          <a:r>
            <a:rPr lang="en-US" dirty="0"/>
            <a:t>If your labels are discrete: Classification</a:t>
          </a:r>
          <a:endParaRPr lang="en-GB" dirty="0"/>
        </a:p>
      </dgm:t>
    </dgm:pt>
    <dgm:pt modelId="{F95AAA64-14BA-487D-8B07-33A4218F8E09}" type="parTrans" cxnId="{AA05F84D-EBD0-421A-8A01-0C7C186B6A8C}">
      <dgm:prSet/>
      <dgm:spPr/>
      <dgm:t>
        <a:bodyPr/>
        <a:lstStyle/>
        <a:p>
          <a:endParaRPr lang="en-GB"/>
        </a:p>
      </dgm:t>
    </dgm:pt>
    <dgm:pt modelId="{D89B7448-0296-4438-9CB8-39011F839CF4}" type="sibTrans" cxnId="{AA05F84D-EBD0-421A-8A01-0C7C186B6A8C}">
      <dgm:prSet/>
      <dgm:spPr/>
      <dgm:t>
        <a:bodyPr/>
        <a:lstStyle/>
        <a:p>
          <a:endParaRPr lang="en-GB"/>
        </a:p>
      </dgm:t>
    </dgm:pt>
    <dgm:pt modelId="{CEA773C6-B8BB-4F7B-8B53-BB05F7A8A023}">
      <dgm:prSet phldrT="[Text]" phldr="0"/>
      <dgm:spPr/>
      <dgm:t>
        <a:bodyPr/>
        <a:lstStyle/>
        <a:p>
          <a:r>
            <a:rPr lang="en-US" dirty="0"/>
            <a:t>If your labels are continuous: Regression</a:t>
          </a:r>
          <a:endParaRPr lang="en-GB" dirty="0"/>
        </a:p>
      </dgm:t>
    </dgm:pt>
    <dgm:pt modelId="{CBA9548C-D91F-4CDA-B175-51CA550184AC}" type="parTrans" cxnId="{1F53A7F4-51EB-4301-95E1-629A824EB884}">
      <dgm:prSet/>
      <dgm:spPr/>
      <dgm:t>
        <a:bodyPr/>
        <a:lstStyle/>
        <a:p>
          <a:endParaRPr lang="en-GB"/>
        </a:p>
      </dgm:t>
    </dgm:pt>
    <dgm:pt modelId="{6CE05097-01E5-4ED2-8A64-64A5659D3037}" type="sibTrans" cxnId="{1F53A7F4-51EB-4301-95E1-629A824EB884}">
      <dgm:prSet/>
      <dgm:spPr/>
      <dgm:t>
        <a:bodyPr/>
        <a:lstStyle/>
        <a:p>
          <a:endParaRPr lang="en-GB"/>
        </a:p>
      </dgm:t>
    </dgm:pt>
    <dgm:pt modelId="{9926A5AB-833D-4C28-BEF5-7EF1273550D3}">
      <dgm:prSet phldrT="[Text]" phldr="0"/>
      <dgm:spPr/>
      <dgm:t>
        <a:bodyPr/>
        <a:lstStyle/>
        <a:p>
          <a:r>
            <a:rPr lang="en-US" dirty="0"/>
            <a:t>Unsupervised Learning</a:t>
          </a:r>
          <a:endParaRPr lang="en-GB" dirty="0"/>
        </a:p>
      </dgm:t>
    </dgm:pt>
    <dgm:pt modelId="{88E8587A-08B6-4DF7-AC48-6BC400E227A7}" type="parTrans" cxnId="{B080703C-2732-405D-B2AA-4C9108CC9848}">
      <dgm:prSet/>
      <dgm:spPr/>
      <dgm:t>
        <a:bodyPr/>
        <a:lstStyle/>
        <a:p>
          <a:endParaRPr lang="en-GB"/>
        </a:p>
      </dgm:t>
    </dgm:pt>
    <dgm:pt modelId="{C542CB92-82E8-410A-9CE0-AD6CE131AF92}" type="sibTrans" cxnId="{B080703C-2732-405D-B2AA-4C9108CC9848}">
      <dgm:prSet/>
      <dgm:spPr/>
      <dgm:t>
        <a:bodyPr/>
        <a:lstStyle/>
        <a:p>
          <a:endParaRPr lang="en-GB"/>
        </a:p>
      </dgm:t>
    </dgm:pt>
    <dgm:pt modelId="{FF4C0881-4DD5-419B-8E48-3C044E0176BB}">
      <dgm:prSet phldrT="[Text]" phldr="0"/>
      <dgm:spPr/>
      <dgm:t>
        <a:bodyPr/>
        <a:lstStyle/>
        <a:p>
          <a:r>
            <a:rPr lang="en-US" dirty="0"/>
            <a:t>Dimensionality Reduction, Clustering etc.</a:t>
          </a:r>
          <a:endParaRPr lang="en-GB" dirty="0"/>
        </a:p>
      </dgm:t>
    </dgm:pt>
    <dgm:pt modelId="{86D74BB5-D050-4A15-8AEF-076FD892A96E}" type="parTrans" cxnId="{75FDDC2C-4C10-441F-A8DF-6E67A9CC7053}">
      <dgm:prSet/>
      <dgm:spPr/>
      <dgm:t>
        <a:bodyPr/>
        <a:lstStyle/>
        <a:p>
          <a:endParaRPr lang="en-GB"/>
        </a:p>
      </dgm:t>
    </dgm:pt>
    <dgm:pt modelId="{F7E0F5D4-C8EF-4722-8582-4AEFBE8B2E96}" type="sibTrans" cxnId="{75FDDC2C-4C10-441F-A8DF-6E67A9CC7053}">
      <dgm:prSet/>
      <dgm:spPr/>
      <dgm:t>
        <a:bodyPr/>
        <a:lstStyle/>
        <a:p>
          <a:endParaRPr lang="en-GB"/>
        </a:p>
      </dgm:t>
    </dgm:pt>
    <dgm:pt modelId="{42F53C35-8E71-4C53-9050-A77A21D47DE2}" type="pres">
      <dgm:prSet presAssocID="{C20760D9-B8B0-43F9-B634-1E1FA3154A3C}" presName="diagram" presStyleCnt="0">
        <dgm:presLayoutVars>
          <dgm:chPref val="1"/>
          <dgm:dir/>
          <dgm:animOne val="branch"/>
          <dgm:animLvl val="lvl"/>
          <dgm:resizeHandles val="exact"/>
        </dgm:presLayoutVars>
      </dgm:prSet>
      <dgm:spPr/>
    </dgm:pt>
    <dgm:pt modelId="{CF0C32C2-8DDD-472E-8BDE-16110F1FF6AF}" type="pres">
      <dgm:prSet presAssocID="{6035F3E7-71F2-4411-B7AA-46237016DD64}" presName="root1" presStyleCnt="0"/>
      <dgm:spPr/>
    </dgm:pt>
    <dgm:pt modelId="{7B214A57-4D2E-41BF-BA49-C0E877D25F72}" type="pres">
      <dgm:prSet presAssocID="{6035F3E7-71F2-4411-B7AA-46237016DD64}" presName="LevelOneTextNode" presStyleLbl="node0" presStyleIdx="0" presStyleCnt="1">
        <dgm:presLayoutVars>
          <dgm:chPref val="3"/>
        </dgm:presLayoutVars>
      </dgm:prSet>
      <dgm:spPr/>
    </dgm:pt>
    <dgm:pt modelId="{92BE16F3-0EB5-44A3-AFAC-2FB4F71411B3}" type="pres">
      <dgm:prSet presAssocID="{6035F3E7-71F2-4411-B7AA-46237016DD64}" presName="level2hierChild" presStyleCnt="0"/>
      <dgm:spPr/>
    </dgm:pt>
    <dgm:pt modelId="{974A6139-E7D4-4462-B7E2-37E7437334C8}" type="pres">
      <dgm:prSet presAssocID="{016D3A09-FE6E-41F5-8AD9-728B5DA66FFC}" presName="conn2-1" presStyleLbl="parChTrans1D2" presStyleIdx="0" presStyleCnt="2"/>
      <dgm:spPr/>
    </dgm:pt>
    <dgm:pt modelId="{3D0279E0-3997-49A1-B426-5C5DB71EEE06}" type="pres">
      <dgm:prSet presAssocID="{016D3A09-FE6E-41F5-8AD9-728B5DA66FFC}" presName="connTx" presStyleLbl="parChTrans1D2" presStyleIdx="0" presStyleCnt="2"/>
      <dgm:spPr/>
    </dgm:pt>
    <dgm:pt modelId="{2FA7A8F3-E10F-4320-85F9-FF7397A02592}" type="pres">
      <dgm:prSet presAssocID="{EBD84998-08CA-4E2B-9C0F-6244F011BDF8}" presName="root2" presStyleCnt="0"/>
      <dgm:spPr/>
    </dgm:pt>
    <dgm:pt modelId="{4A6B0E8F-C3F3-44AC-BE00-33F3616B03AE}" type="pres">
      <dgm:prSet presAssocID="{EBD84998-08CA-4E2B-9C0F-6244F011BDF8}" presName="LevelTwoTextNode" presStyleLbl="node2" presStyleIdx="0" presStyleCnt="2">
        <dgm:presLayoutVars>
          <dgm:chPref val="3"/>
        </dgm:presLayoutVars>
      </dgm:prSet>
      <dgm:spPr/>
    </dgm:pt>
    <dgm:pt modelId="{70EF2B58-D1AC-443F-81CB-8B58AE06CC38}" type="pres">
      <dgm:prSet presAssocID="{EBD84998-08CA-4E2B-9C0F-6244F011BDF8}" presName="level3hierChild" presStyleCnt="0"/>
      <dgm:spPr/>
    </dgm:pt>
    <dgm:pt modelId="{2F7FC2CB-AFEF-49D7-A25D-1C9574E8EAFC}" type="pres">
      <dgm:prSet presAssocID="{F95AAA64-14BA-487D-8B07-33A4218F8E09}" presName="conn2-1" presStyleLbl="parChTrans1D3" presStyleIdx="0" presStyleCnt="3"/>
      <dgm:spPr/>
    </dgm:pt>
    <dgm:pt modelId="{6F275328-639B-42EE-AC26-C9EEDA90614E}" type="pres">
      <dgm:prSet presAssocID="{F95AAA64-14BA-487D-8B07-33A4218F8E09}" presName="connTx" presStyleLbl="parChTrans1D3" presStyleIdx="0" presStyleCnt="3"/>
      <dgm:spPr/>
    </dgm:pt>
    <dgm:pt modelId="{7B63FC44-D1F4-4072-852A-AE66973C4E56}" type="pres">
      <dgm:prSet presAssocID="{F47F4B23-0C83-4227-8312-7598BE156CC9}" presName="root2" presStyleCnt="0"/>
      <dgm:spPr/>
    </dgm:pt>
    <dgm:pt modelId="{92F5B80C-E368-4EE9-8BB3-6330D6786D77}" type="pres">
      <dgm:prSet presAssocID="{F47F4B23-0C83-4227-8312-7598BE156CC9}" presName="LevelTwoTextNode" presStyleLbl="node3" presStyleIdx="0" presStyleCnt="3">
        <dgm:presLayoutVars>
          <dgm:chPref val="3"/>
        </dgm:presLayoutVars>
      </dgm:prSet>
      <dgm:spPr/>
    </dgm:pt>
    <dgm:pt modelId="{169BCF86-595C-4679-BB5F-C6606ADA03BF}" type="pres">
      <dgm:prSet presAssocID="{F47F4B23-0C83-4227-8312-7598BE156CC9}" presName="level3hierChild" presStyleCnt="0"/>
      <dgm:spPr/>
    </dgm:pt>
    <dgm:pt modelId="{1ECA8AEA-75BB-48E1-AF12-5F151DEF796C}" type="pres">
      <dgm:prSet presAssocID="{CBA9548C-D91F-4CDA-B175-51CA550184AC}" presName="conn2-1" presStyleLbl="parChTrans1D3" presStyleIdx="1" presStyleCnt="3"/>
      <dgm:spPr/>
    </dgm:pt>
    <dgm:pt modelId="{B8AE3562-DDA5-405A-86A0-2DE15B2FF2A8}" type="pres">
      <dgm:prSet presAssocID="{CBA9548C-D91F-4CDA-B175-51CA550184AC}" presName="connTx" presStyleLbl="parChTrans1D3" presStyleIdx="1" presStyleCnt="3"/>
      <dgm:spPr/>
    </dgm:pt>
    <dgm:pt modelId="{6DD46E99-1E41-4A4A-A0EF-1A3CE055C40F}" type="pres">
      <dgm:prSet presAssocID="{CEA773C6-B8BB-4F7B-8B53-BB05F7A8A023}" presName="root2" presStyleCnt="0"/>
      <dgm:spPr/>
    </dgm:pt>
    <dgm:pt modelId="{54482BDD-FA66-4204-AE1C-3FA2991F0D99}" type="pres">
      <dgm:prSet presAssocID="{CEA773C6-B8BB-4F7B-8B53-BB05F7A8A023}" presName="LevelTwoTextNode" presStyleLbl="node3" presStyleIdx="1" presStyleCnt="3">
        <dgm:presLayoutVars>
          <dgm:chPref val="3"/>
        </dgm:presLayoutVars>
      </dgm:prSet>
      <dgm:spPr/>
    </dgm:pt>
    <dgm:pt modelId="{091E34D7-80C9-4A03-A1D0-AB3C46DD5218}" type="pres">
      <dgm:prSet presAssocID="{CEA773C6-B8BB-4F7B-8B53-BB05F7A8A023}" presName="level3hierChild" presStyleCnt="0"/>
      <dgm:spPr/>
    </dgm:pt>
    <dgm:pt modelId="{E91F0561-ADCF-4D0D-B1FC-D71AE1999592}" type="pres">
      <dgm:prSet presAssocID="{88E8587A-08B6-4DF7-AC48-6BC400E227A7}" presName="conn2-1" presStyleLbl="parChTrans1D2" presStyleIdx="1" presStyleCnt="2"/>
      <dgm:spPr/>
    </dgm:pt>
    <dgm:pt modelId="{BBD7A1F7-328F-4EFC-A7AC-AEB000F4FE9C}" type="pres">
      <dgm:prSet presAssocID="{88E8587A-08B6-4DF7-AC48-6BC400E227A7}" presName="connTx" presStyleLbl="parChTrans1D2" presStyleIdx="1" presStyleCnt="2"/>
      <dgm:spPr/>
    </dgm:pt>
    <dgm:pt modelId="{2B48C7E7-0773-48BF-BD63-AB6F84D83C9E}" type="pres">
      <dgm:prSet presAssocID="{9926A5AB-833D-4C28-BEF5-7EF1273550D3}" presName="root2" presStyleCnt="0"/>
      <dgm:spPr/>
    </dgm:pt>
    <dgm:pt modelId="{09B690C6-FCDF-4386-A7B2-D1D4A64C18F5}" type="pres">
      <dgm:prSet presAssocID="{9926A5AB-833D-4C28-BEF5-7EF1273550D3}" presName="LevelTwoTextNode" presStyleLbl="node2" presStyleIdx="1" presStyleCnt="2">
        <dgm:presLayoutVars>
          <dgm:chPref val="3"/>
        </dgm:presLayoutVars>
      </dgm:prSet>
      <dgm:spPr/>
    </dgm:pt>
    <dgm:pt modelId="{F7EA6F1C-38FD-446C-AE5D-3683DE1EBA3B}" type="pres">
      <dgm:prSet presAssocID="{9926A5AB-833D-4C28-BEF5-7EF1273550D3}" presName="level3hierChild" presStyleCnt="0"/>
      <dgm:spPr/>
    </dgm:pt>
    <dgm:pt modelId="{FFA8A690-7198-495C-ACD5-036AF8F1E221}" type="pres">
      <dgm:prSet presAssocID="{86D74BB5-D050-4A15-8AEF-076FD892A96E}" presName="conn2-1" presStyleLbl="parChTrans1D3" presStyleIdx="2" presStyleCnt="3"/>
      <dgm:spPr/>
    </dgm:pt>
    <dgm:pt modelId="{29747733-145F-4EF5-8CB0-17F06162D2FA}" type="pres">
      <dgm:prSet presAssocID="{86D74BB5-D050-4A15-8AEF-076FD892A96E}" presName="connTx" presStyleLbl="parChTrans1D3" presStyleIdx="2" presStyleCnt="3"/>
      <dgm:spPr/>
    </dgm:pt>
    <dgm:pt modelId="{AB0BC7EB-99A1-4CB9-9FD8-24116841448E}" type="pres">
      <dgm:prSet presAssocID="{FF4C0881-4DD5-419B-8E48-3C044E0176BB}" presName="root2" presStyleCnt="0"/>
      <dgm:spPr/>
    </dgm:pt>
    <dgm:pt modelId="{7E6EAB7C-53A5-4773-8A20-E62F8F0BD6C1}" type="pres">
      <dgm:prSet presAssocID="{FF4C0881-4DD5-419B-8E48-3C044E0176BB}" presName="LevelTwoTextNode" presStyleLbl="node3" presStyleIdx="2" presStyleCnt="3">
        <dgm:presLayoutVars>
          <dgm:chPref val="3"/>
        </dgm:presLayoutVars>
      </dgm:prSet>
      <dgm:spPr/>
    </dgm:pt>
    <dgm:pt modelId="{1E124F45-CCBE-4523-8888-E88B689D8CFC}" type="pres">
      <dgm:prSet presAssocID="{FF4C0881-4DD5-419B-8E48-3C044E0176BB}" presName="level3hierChild" presStyleCnt="0"/>
      <dgm:spPr/>
    </dgm:pt>
  </dgm:ptLst>
  <dgm:cxnLst>
    <dgm:cxn modelId="{5620E002-FA16-45BA-BC6A-F74608318B47}" type="presOf" srcId="{EBD84998-08CA-4E2B-9C0F-6244F011BDF8}" destId="{4A6B0E8F-C3F3-44AC-BE00-33F3616B03AE}" srcOrd="0" destOrd="0" presId="urn:microsoft.com/office/officeart/2005/8/layout/hierarchy2"/>
    <dgm:cxn modelId="{464A5806-175B-4627-BE60-1E5F37C8BF6A}" type="presOf" srcId="{FF4C0881-4DD5-419B-8E48-3C044E0176BB}" destId="{7E6EAB7C-53A5-4773-8A20-E62F8F0BD6C1}" srcOrd="0" destOrd="0" presId="urn:microsoft.com/office/officeart/2005/8/layout/hierarchy2"/>
    <dgm:cxn modelId="{35685319-FECD-4886-AD1B-79290A78A13F}" type="presOf" srcId="{F95AAA64-14BA-487D-8B07-33A4218F8E09}" destId="{6F275328-639B-42EE-AC26-C9EEDA90614E}" srcOrd="1" destOrd="0" presId="urn:microsoft.com/office/officeart/2005/8/layout/hierarchy2"/>
    <dgm:cxn modelId="{75FDDC2C-4C10-441F-A8DF-6E67A9CC7053}" srcId="{9926A5AB-833D-4C28-BEF5-7EF1273550D3}" destId="{FF4C0881-4DD5-419B-8E48-3C044E0176BB}" srcOrd="0" destOrd="0" parTransId="{86D74BB5-D050-4A15-8AEF-076FD892A96E}" sibTransId="{F7E0F5D4-C8EF-4722-8582-4AEFBE8B2E96}"/>
    <dgm:cxn modelId="{FC9A8C3B-C146-4213-97F1-8E58E7AD6300}" type="presOf" srcId="{6035F3E7-71F2-4411-B7AA-46237016DD64}" destId="{7B214A57-4D2E-41BF-BA49-C0E877D25F72}" srcOrd="0" destOrd="0" presId="urn:microsoft.com/office/officeart/2005/8/layout/hierarchy2"/>
    <dgm:cxn modelId="{B080703C-2732-405D-B2AA-4C9108CC9848}" srcId="{6035F3E7-71F2-4411-B7AA-46237016DD64}" destId="{9926A5AB-833D-4C28-BEF5-7EF1273550D3}" srcOrd="1" destOrd="0" parTransId="{88E8587A-08B6-4DF7-AC48-6BC400E227A7}" sibTransId="{C542CB92-82E8-410A-9CE0-AD6CE131AF92}"/>
    <dgm:cxn modelId="{E4442840-30C3-47FF-B1C3-12C2B9321E58}" type="presOf" srcId="{F47F4B23-0C83-4227-8312-7598BE156CC9}" destId="{92F5B80C-E368-4EE9-8BB3-6330D6786D77}" srcOrd="0" destOrd="0" presId="urn:microsoft.com/office/officeart/2005/8/layout/hierarchy2"/>
    <dgm:cxn modelId="{15760D62-6B95-4402-9D6A-C8DAADF1BEF3}" type="presOf" srcId="{CBA9548C-D91F-4CDA-B175-51CA550184AC}" destId="{1ECA8AEA-75BB-48E1-AF12-5F151DEF796C}" srcOrd="0" destOrd="0" presId="urn:microsoft.com/office/officeart/2005/8/layout/hierarchy2"/>
    <dgm:cxn modelId="{6C067A67-7BC3-4B98-9838-D182236558F3}" type="presOf" srcId="{C20760D9-B8B0-43F9-B634-1E1FA3154A3C}" destId="{42F53C35-8E71-4C53-9050-A77A21D47DE2}" srcOrd="0" destOrd="0" presId="urn:microsoft.com/office/officeart/2005/8/layout/hierarchy2"/>
    <dgm:cxn modelId="{AA05F84D-EBD0-421A-8A01-0C7C186B6A8C}" srcId="{EBD84998-08CA-4E2B-9C0F-6244F011BDF8}" destId="{F47F4B23-0C83-4227-8312-7598BE156CC9}" srcOrd="0" destOrd="0" parTransId="{F95AAA64-14BA-487D-8B07-33A4218F8E09}" sibTransId="{D89B7448-0296-4438-9CB8-39011F839CF4}"/>
    <dgm:cxn modelId="{0BEEEA55-165A-4953-9654-5713F92A0B99}" type="presOf" srcId="{CBA9548C-D91F-4CDA-B175-51CA550184AC}" destId="{B8AE3562-DDA5-405A-86A0-2DE15B2FF2A8}" srcOrd="1" destOrd="0" presId="urn:microsoft.com/office/officeart/2005/8/layout/hierarchy2"/>
    <dgm:cxn modelId="{6EB3C757-B156-4624-A83D-0AE0AC433537}" type="presOf" srcId="{016D3A09-FE6E-41F5-8AD9-728B5DA66FFC}" destId="{974A6139-E7D4-4462-B7E2-37E7437334C8}" srcOrd="0" destOrd="0" presId="urn:microsoft.com/office/officeart/2005/8/layout/hierarchy2"/>
    <dgm:cxn modelId="{2177137D-8F16-4BE3-8458-515CA3232FAA}" type="presOf" srcId="{88E8587A-08B6-4DF7-AC48-6BC400E227A7}" destId="{E91F0561-ADCF-4D0D-B1FC-D71AE1999592}" srcOrd="0" destOrd="0" presId="urn:microsoft.com/office/officeart/2005/8/layout/hierarchy2"/>
    <dgm:cxn modelId="{997C6C81-EBDF-4C6B-9158-BFFE628182AA}" type="presOf" srcId="{016D3A09-FE6E-41F5-8AD9-728B5DA66FFC}" destId="{3D0279E0-3997-49A1-B426-5C5DB71EEE06}" srcOrd="1" destOrd="0" presId="urn:microsoft.com/office/officeart/2005/8/layout/hierarchy2"/>
    <dgm:cxn modelId="{37459385-0C41-4E06-8C2B-5395519D18B0}" type="presOf" srcId="{9926A5AB-833D-4C28-BEF5-7EF1273550D3}" destId="{09B690C6-FCDF-4386-A7B2-D1D4A64C18F5}" srcOrd="0" destOrd="0" presId="urn:microsoft.com/office/officeart/2005/8/layout/hierarchy2"/>
    <dgm:cxn modelId="{B5D3C18A-6BA9-4874-ACB9-AD48A01976B2}" type="presOf" srcId="{86D74BB5-D050-4A15-8AEF-076FD892A96E}" destId="{29747733-145F-4EF5-8CB0-17F06162D2FA}" srcOrd="1" destOrd="0" presId="urn:microsoft.com/office/officeart/2005/8/layout/hierarchy2"/>
    <dgm:cxn modelId="{A49298A0-5146-4FB4-A54D-E8BD4E116D68}" srcId="{C20760D9-B8B0-43F9-B634-1E1FA3154A3C}" destId="{6035F3E7-71F2-4411-B7AA-46237016DD64}" srcOrd="0" destOrd="0" parTransId="{CCA8DFA0-3FFE-4AFF-9A9F-C76E1C2EBB81}" sibTransId="{E64AB2B4-FC1F-4A72-B8B3-FF5A61FB8799}"/>
    <dgm:cxn modelId="{83B1F9A4-E4EA-4ADB-B8E3-3C1FCE978D99}" type="presOf" srcId="{F95AAA64-14BA-487D-8B07-33A4218F8E09}" destId="{2F7FC2CB-AFEF-49D7-A25D-1C9574E8EAFC}" srcOrd="0" destOrd="0" presId="urn:microsoft.com/office/officeart/2005/8/layout/hierarchy2"/>
    <dgm:cxn modelId="{892D11AE-1F84-421A-98AD-2A79B2B8FB37}" type="presOf" srcId="{CEA773C6-B8BB-4F7B-8B53-BB05F7A8A023}" destId="{54482BDD-FA66-4204-AE1C-3FA2991F0D99}" srcOrd="0" destOrd="0" presId="urn:microsoft.com/office/officeart/2005/8/layout/hierarchy2"/>
    <dgm:cxn modelId="{978AD6B4-9CCA-4E60-BD79-77FD487E8845}" srcId="{6035F3E7-71F2-4411-B7AA-46237016DD64}" destId="{EBD84998-08CA-4E2B-9C0F-6244F011BDF8}" srcOrd="0" destOrd="0" parTransId="{016D3A09-FE6E-41F5-8AD9-728B5DA66FFC}" sibTransId="{077CAF72-0DA6-4EA2-A4AA-082775C0FD5A}"/>
    <dgm:cxn modelId="{3BF453B6-BA17-4C17-BC94-24C82684C5F3}" type="presOf" srcId="{86D74BB5-D050-4A15-8AEF-076FD892A96E}" destId="{FFA8A690-7198-495C-ACD5-036AF8F1E221}" srcOrd="0" destOrd="0" presId="urn:microsoft.com/office/officeart/2005/8/layout/hierarchy2"/>
    <dgm:cxn modelId="{376F58BB-51AA-4874-84E0-08CD3ED684ED}" type="presOf" srcId="{88E8587A-08B6-4DF7-AC48-6BC400E227A7}" destId="{BBD7A1F7-328F-4EFC-A7AC-AEB000F4FE9C}" srcOrd="1" destOrd="0" presId="urn:microsoft.com/office/officeart/2005/8/layout/hierarchy2"/>
    <dgm:cxn modelId="{1F53A7F4-51EB-4301-95E1-629A824EB884}" srcId="{EBD84998-08CA-4E2B-9C0F-6244F011BDF8}" destId="{CEA773C6-B8BB-4F7B-8B53-BB05F7A8A023}" srcOrd="1" destOrd="0" parTransId="{CBA9548C-D91F-4CDA-B175-51CA550184AC}" sibTransId="{6CE05097-01E5-4ED2-8A64-64A5659D3037}"/>
    <dgm:cxn modelId="{DCFB8EFE-9128-42E9-8284-928072C3BA77}" type="presParOf" srcId="{42F53C35-8E71-4C53-9050-A77A21D47DE2}" destId="{CF0C32C2-8DDD-472E-8BDE-16110F1FF6AF}" srcOrd="0" destOrd="0" presId="urn:microsoft.com/office/officeart/2005/8/layout/hierarchy2"/>
    <dgm:cxn modelId="{6761D798-1045-4FB2-9265-821FC153D83B}" type="presParOf" srcId="{CF0C32C2-8DDD-472E-8BDE-16110F1FF6AF}" destId="{7B214A57-4D2E-41BF-BA49-C0E877D25F72}" srcOrd="0" destOrd="0" presId="urn:microsoft.com/office/officeart/2005/8/layout/hierarchy2"/>
    <dgm:cxn modelId="{969F846D-21CA-4B01-BDA0-80833FD9F1DB}" type="presParOf" srcId="{CF0C32C2-8DDD-472E-8BDE-16110F1FF6AF}" destId="{92BE16F3-0EB5-44A3-AFAC-2FB4F71411B3}" srcOrd="1" destOrd="0" presId="urn:microsoft.com/office/officeart/2005/8/layout/hierarchy2"/>
    <dgm:cxn modelId="{CB4B64AE-4392-4D30-943C-EFD09C900E55}" type="presParOf" srcId="{92BE16F3-0EB5-44A3-AFAC-2FB4F71411B3}" destId="{974A6139-E7D4-4462-B7E2-37E7437334C8}" srcOrd="0" destOrd="0" presId="urn:microsoft.com/office/officeart/2005/8/layout/hierarchy2"/>
    <dgm:cxn modelId="{CD5BDFEC-2F2E-4A5F-8668-D1268C5E1FAD}" type="presParOf" srcId="{974A6139-E7D4-4462-B7E2-37E7437334C8}" destId="{3D0279E0-3997-49A1-B426-5C5DB71EEE06}" srcOrd="0" destOrd="0" presId="urn:microsoft.com/office/officeart/2005/8/layout/hierarchy2"/>
    <dgm:cxn modelId="{47BB0DAC-F9BC-48AD-B067-6B3337AA763D}" type="presParOf" srcId="{92BE16F3-0EB5-44A3-AFAC-2FB4F71411B3}" destId="{2FA7A8F3-E10F-4320-85F9-FF7397A02592}" srcOrd="1" destOrd="0" presId="urn:microsoft.com/office/officeart/2005/8/layout/hierarchy2"/>
    <dgm:cxn modelId="{5F47BFB8-ED18-46A7-9B51-04D3BB196912}" type="presParOf" srcId="{2FA7A8F3-E10F-4320-85F9-FF7397A02592}" destId="{4A6B0E8F-C3F3-44AC-BE00-33F3616B03AE}" srcOrd="0" destOrd="0" presId="urn:microsoft.com/office/officeart/2005/8/layout/hierarchy2"/>
    <dgm:cxn modelId="{62096888-EDF2-4F67-A071-B966BE677C1A}" type="presParOf" srcId="{2FA7A8F3-E10F-4320-85F9-FF7397A02592}" destId="{70EF2B58-D1AC-443F-81CB-8B58AE06CC38}" srcOrd="1" destOrd="0" presId="urn:microsoft.com/office/officeart/2005/8/layout/hierarchy2"/>
    <dgm:cxn modelId="{278B9B69-A8CB-4CAA-B77A-3E3FE87D9ED3}" type="presParOf" srcId="{70EF2B58-D1AC-443F-81CB-8B58AE06CC38}" destId="{2F7FC2CB-AFEF-49D7-A25D-1C9574E8EAFC}" srcOrd="0" destOrd="0" presId="urn:microsoft.com/office/officeart/2005/8/layout/hierarchy2"/>
    <dgm:cxn modelId="{146F9382-DE53-4A03-B05E-62E3F384A7BD}" type="presParOf" srcId="{2F7FC2CB-AFEF-49D7-A25D-1C9574E8EAFC}" destId="{6F275328-639B-42EE-AC26-C9EEDA90614E}" srcOrd="0" destOrd="0" presId="urn:microsoft.com/office/officeart/2005/8/layout/hierarchy2"/>
    <dgm:cxn modelId="{EA51FC77-EA2A-462E-9628-CDFCAC05C567}" type="presParOf" srcId="{70EF2B58-D1AC-443F-81CB-8B58AE06CC38}" destId="{7B63FC44-D1F4-4072-852A-AE66973C4E56}" srcOrd="1" destOrd="0" presId="urn:microsoft.com/office/officeart/2005/8/layout/hierarchy2"/>
    <dgm:cxn modelId="{75C484BD-51E3-4335-9DE6-DE88C83F1CE6}" type="presParOf" srcId="{7B63FC44-D1F4-4072-852A-AE66973C4E56}" destId="{92F5B80C-E368-4EE9-8BB3-6330D6786D77}" srcOrd="0" destOrd="0" presId="urn:microsoft.com/office/officeart/2005/8/layout/hierarchy2"/>
    <dgm:cxn modelId="{70B9FE69-5FEB-4507-81AF-1A275F8DAE85}" type="presParOf" srcId="{7B63FC44-D1F4-4072-852A-AE66973C4E56}" destId="{169BCF86-595C-4679-BB5F-C6606ADA03BF}" srcOrd="1" destOrd="0" presId="urn:microsoft.com/office/officeart/2005/8/layout/hierarchy2"/>
    <dgm:cxn modelId="{6C664219-AE6F-4C2D-9F17-CBB247FDA6A8}" type="presParOf" srcId="{70EF2B58-D1AC-443F-81CB-8B58AE06CC38}" destId="{1ECA8AEA-75BB-48E1-AF12-5F151DEF796C}" srcOrd="2" destOrd="0" presId="urn:microsoft.com/office/officeart/2005/8/layout/hierarchy2"/>
    <dgm:cxn modelId="{5AC78836-F88D-4227-A031-B1141CB4A77A}" type="presParOf" srcId="{1ECA8AEA-75BB-48E1-AF12-5F151DEF796C}" destId="{B8AE3562-DDA5-405A-86A0-2DE15B2FF2A8}" srcOrd="0" destOrd="0" presId="urn:microsoft.com/office/officeart/2005/8/layout/hierarchy2"/>
    <dgm:cxn modelId="{DF262154-F03C-4AA6-8176-BF209E3562B8}" type="presParOf" srcId="{70EF2B58-D1AC-443F-81CB-8B58AE06CC38}" destId="{6DD46E99-1E41-4A4A-A0EF-1A3CE055C40F}" srcOrd="3" destOrd="0" presId="urn:microsoft.com/office/officeart/2005/8/layout/hierarchy2"/>
    <dgm:cxn modelId="{6DAA2B71-5A8C-4F96-9FE3-3CFDD278C9D0}" type="presParOf" srcId="{6DD46E99-1E41-4A4A-A0EF-1A3CE055C40F}" destId="{54482BDD-FA66-4204-AE1C-3FA2991F0D99}" srcOrd="0" destOrd="0" presId="urn:microsoft.com/office/officeart/2005/8/layout/hierarchy2"/>
    <dgm:cxn modelId="{ED7FF69B-5CED-45B4-805E-07AD1EC34C59}" type="presParOf" srcId="{6DD46E99-1E41-4A4A-A0EF-1A3CE055C40F}" destId="{091E34D7-80C9-4A03-A1D0-AB3C46DD5218}" srcOrd="1" destOrd="0" presId="urn:microsoft.com/office/officeart/2005/8/layout/hierarchy2"/>
    <dgm:cxn modelId="{FCF3F1F8-7958-4A26-A0D6-B3B5B7B8C3EB}" type="presParOf" srcId="{92BE16F3-0EB5-44A3-AFAC-2FB4F71411B3}" destId="{E91F0561-ADCF-4D0D-B1FC-D71AE1999592}" srcOrd="2" destOrd="0" presId="urn:microsoft.com/office/officeart/2005/8/layout/hierarchy2"/>
    <dgm:cxn modelId="{A85B7B3D-96F2-4992-879C-DDF20EC27E54}" type="presParOf" srcId="{E91F0561-ADCF-4D0D-B1FC-D71AE1999592}" destId="{BBD7A1F7-328F-4EFC-A7AC-AEB000F4FE9C}" srcOrd="0" destOrd="0" presId="urn:microsoft.com/office/officeart/2005/8/layout/hierarchy2"/>
    <dgm:cxn modelId="{180D958B-C3DE-4839-A221-E5521E3BC9CC}" type="presParOf" srcId="{92BE16F3-0EB5-44A3-AFAC-2FB4F71411B3}" destId="{2B48C7E7-0773-48BF-BD63-AB6F84D83C9E}" srcOrd="3" destOrd="0" presId="urn:microsoft.com/office/officeart/2005/8/layout/hierarchy2"/>
    <dgm:cxn modelId="{A162FD02-5926-4850-A523-CA72749B7EE4}" type="presParOf" srcId="{2B48C7E7-0773-48BF-BD63-AB6F84D83C9E}" destId="{09B690C6-FCDF-4386-A7B2-D1D4A64C18F5}" srcOrd="0" destOrd="0" presId="urn:microsoft.com/office/officeart/2005/8/layout/hierarchy2"/>
    <dgm:cxn modelId="{1994F33E-9120-455F-B56F-BD4A0EEE048C}" type="presParOf" srcId="{2B48C7E7-0773-48BF-BD63-AB6F84D83C9E}" destId="{F7EA6F1C-38FD-446C-AE5D-3683DE1EBA3B}" srcOrd="1" destOrd="0" presId="urn:microsoft.com/office/officeart/2005/8/layout/hierarchy2"/>
    <dgm:cxn modelId="{192684F7-B225-4146-A7E1-BC78A69C9567}" type="presParOf" srcId="{F7EA6F1C-38FD-446C-AE5D-3683DE1EBA3B}" destId="{FFA8A690-7198-495C-ACD5-036AF8F1E221}" srcOrd="0" destOrd="0" presId="urn:microsoft.com/office/officeart/2005/8/layout/hierarchy2"/>
    <dgm:cxn modelId="{12DCA1B4-F1D3-4BD2-A5FF-97A18F938619}" type="presParOf" srcId="{FFA8A690-7198-495C-ACD5-036AF8F1E221}" destId="{29747733-145F-4EF5-8CB0-17F06162D2FA}" srcOrd="0" destOrd="0" presId="urn:microsoft.com/office/officeart/2005/8/layout/hierarchy2"/>
    <dgm:cxn modelId="{03E88319-4D45-43C4-8D80-446A949993FF}" type="presParOf" srcId="{F7EA6F1C-38FD-446C-AE5D-3683DE1EBA3B}" destId="{AB0BC7EB-99A1-4CB9-9FD8-24116841448E}" srcOrd="1" destOrd="0" presId="urn:microsoft.com/office/officeart/2005/8/layout/hierarchy2"/>
    <dgm:cxn modelId="{D988E0F4-106F-4BA8-B790-6B4E3C06BF73}" type="presParOf" srcId="{AB0BC7EB-99A1-4CB9-9FD8-24116841448E}" destId="{7E6EAB7C-53A5-4773-8A20-E62F8F0BD6C1}" srcOrd="0" destOrd="0" presId="urn:microsoft.com/office/officeart/2005/8/layout/hierarchy2"/>
    <dgm:cxn modelId="{E3EF0C2B-EBFD-4F16-996F-5CAD13C55794}" type="presParOf" srcId="{AB0BC7EB-99A1-4CB9-9FD8-24116841448E}" destId="{1E124F45-CCBE-4523-8888-E88B689D8CF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14A57-4D2E-41BF-BA49-C0E877D25F72}">
      <dsp:nvSpPr>
        <dsp:cNvPr id="0" name=""/>
        <dsp:cNvSpPr/>
      </dsp:nvSpPr>
      <dsp:spPr>
        <a:xfrm>
          <a:off x="8438" y="2420904"/>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Does your data have labels?</a:t>
          </a:r>
          <a:endParaRPr lang="en-GB" sz="2900" kern="1200" dirty="0"/>
        </a:p>
      </dsp:txBody>
      <dsp:txXfrm>
        <a:off x="48192" y="2460658"/>
        <a:ext cx="2635117" cy="1277804"/>
      </dsp:txXfrm>
    </dsp:sp>
    <dsp:sp modelId="{974A6139-E7D4-4462-B7E2-37E7437334C8}">
      <dsp:nvSpPr>
        <dsp:cNvPr id="0" name=""/>
        <dsp:cNvSpPr/>
      </dsp:nvSpPr>
      <dsp:spPr>
        <a:xfrm rot="18770822">
          <a:off x="2467620" y="2491675"/>
          <a:ext cx="1596736" cy="45087"/>
        </a:xfrm>
        <a:custGeom>
          <a:avLst/>
          <a:gdLst/>
          <a:ahLst/>
          <a:cxnLst/>
          <a:rect l="0" t="0" r="0" b="0"/>
          <a:pathLst>
            <a:path>
              <a:moveTo>
                <a:pt x="0" y="22543"/>
              </a:moveTo>
              <a:lnTo>
                <a:pt x="1596736" y="2254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226070" y="2474301"/>
        <a:ext cx="79836" cy="79836"/>
      </dsp:txXfrm>
    </dsp:sp>
    <dsp:sp modelId="{4A6B0E8F-C3F3-44AC-BE00-33F3616B03AE}">
      <dsp:nvSpPr>
        <dsp:cNvPr id="0" name=""/>
        <dsp:cNvSpPr/>
      </dsp:nvSpPr>
      <dsp:spPr>
        <a:xfrm>
          <a:off x="3808913" y="1250222"/>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Supervised Learning</a:t>
          </a:r>
          <a:endParaRPr lang="en-GB" sz="2900" kern="1200" dirty="0"/>
        </a:p>
      </dsp:txBody>
      <dsp:txXfrm>
        <a:off x="3848667" y="1289976"/>
        <a:ext cx="2635117" cy="1277804"/>
      </dsp:txXfrm>
    </dsp:sp>
    <dsp:sp modelId="{2F7FC2CB-AFEF-49D7-A25D-1C9574E8EAFC}">
      <dsp:nvSpPr>
        <dsp:cNvPr id="0" name=""/>
        <dsp:cNvSpPr/>
      </dsp:nvSpPr>
      <dsp:spPr>
        <a:xfrm rot="19457599">
          <a:off x="6397849" y="1516107"/>
          <a:ext cx="1337228" cy="45087"/>
        </a:xfrm>
        <a:custGeom>
          <a:avLst/>
          <a:gdLst/>
          <a:ahLst/>
          <a:cxnLst/>
          <a:rect l="0" t="0" r="0" b="0"/>
          <a:pathLst>
            <a:path>
              <a:moveTo>
                <a:pt x="0" y="22543"/>
              </a:moveTo>
              <a:lnTo>
                <a:pt x="1337228" y="2254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033033" y="1505220"/>
        <a:ext cx="66861" cy="66861"/>
      </dsp:txXfrm>
    </dsp:sp>
    <dsp:sp modelId="{92F5B80C-E368-4EE9-8BB3-6330D6786D77}">
      <dsp:nvSpPr>
        <dsp:cNvPr id="0" name=""/>
        <dsp:cNvSpPr/>
      </dsp:nvSpPr>
      <dsp:spPr>
        <a:xfrm>
          <a:off x="7609389" y="469767"/>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If your labels are discrete: Classification</a:t>
          </a:r>
          <a:endParaRPr lang="en-GB" sz="2900" kern="1200" dirty="0"/>
        </a:p>
      </dsp:txBody>
      <dsp:txXfrm>
        <a:off x="7649143" y="509521"/>
        <a:ext cx="2635117" cy="1277804"/>
      </dsp:txXfrm>
    </dsp:sp>
    <dsp:sp modelId="{1ECA8AEA-75BB-48E1-AF12-5F151DEF796C}">
      <dsp:nvSpPr>
        <dsp:cNvPr id="0" name=""/>
        <dsp:cNvSpPr/>
      </dsp:nvSpPr>
      <dsp:spPr>
        <a:xfrm rot="2142401">
          <a:off x="6397849" y="2296562"/>
          <a:ext cx="1337228" cy="45087"/>
        </a:xfrm>
        <a:custGeom>
          <a:avLst/>
          <a:gdLst/>
          <a:ahLst/>
          <a:cxnLst/>
          <a:rect l="0" t="0" r="0" b="0"/>
          <a:pathLst>
            <a:path>
              <a:moveTo>
                <a:pt x="0" y="22543"/>
              </a:moveTo>
              <a:lnTo>
                <a:pt x="1337228" y="2254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033033" y="2285675"/>
        <a:ext cx="66861" cy="66861"/>
      </dsp:txXfrm>
    </dsp:sp>
    <dsp:sp modelId="{54482BDD-FA66-4204-AE1C-3FA2991F0D99}">
      <dsp:nvSpPr>
        <dsp:cNvPr id="0" name=""/>
        <dsp:cNvSpPr/>
      </dsp:nvSpPr>
      <dsp:spPr>
        <a:xfrm>
          <a:off x="7609389" y="2030677"/>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If your labels are continuous: Regression</a:t>
          </a:r>
          <a:endParaRPr lang="en-GB" sz="2900" kern="1200" dirty="0"/>
        </a:p>
      </dsp:txBody>
      <dsp:txXfrm>
        <a:off x="7649143" y="2070431"/>
        <a:ext cx="2635117" cy="1277804"/>
      </dsp:txXfrm>
    </dsp:sp>
    <dsp:sp modelId="{E91F0561-ADCF-4D0D-B1FC-D71AE1999592}">
      <dsp:nvSpPr>
        <dsp:cNvPr id="0" name=""/>
        <dsp:cNvSpPr/>
      </dsp:nvSpPr>
      <dsp:spPr>
        <a:xfrm rot="2829178">
          <a:off x="2467620" y="3662357"/>
          <a:ext cx="1596736" cy="45087"/>
        </a:xfrm>
        <a:custGeom>
          <a:avLst/>
          <a:gdLst/>
          <a:ahLst/>
          <a:cxnLst/>
          <a:rect l="0" t="0" r="0" b="0"/>
          <a:pathLst>
            <a:path>
              <a:moveTo>
                <a:pt x="0" y="22543"/>
              </a:moveTo>
              <a:lnTo>
                <a:pt x="1596736" y="2254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226070" y="3644983"/>
        <a:ext cx="79836" cy="79836"/>
      </dsp:txXfrm>
    </dsp:sp>
    <dsp:sp modelId="{09B690C6-FCDF-4386-A7B2-D1D4A64C18F5}">
      <dsp:nvSpPr>
        <dsp:cNvPr id="0" name=""/>
        <dsp:cNvSpPr/>
      </dsp:nvSpPr>
      <dsp:spPr>
        <a:xfrm>
          <a:off x="3808913" y="3591586"/>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Unsupervised Learning</a:t>
          </a:r>
          <a:endParaRPr lang="en-GB" sz="2900" kern="1200" dirty="0"/>
        </a:p>
      </dsp:txBody>
      <dsp:txXfrm>
        <a:off x="3848667" y="3631340"/>
        <a:ext cx="2635117" cy="1277804"/>
      </dsp:txXfrm>
    </dsp:sp>
    <dsp:sp modelId="{FFA8A690-7198-495C-ACD5-036AF8F1E221}">
      <dsp:nvSpPr>
        <dsp:cNvPr id="0" name=""/>
        <dsp:cNvSpPr/>
      </dsp:nvSpPr>
      <dsp:spPr>
        <a:xfrm>
          <a:off x="6523539" y="4247699"/>
          <a:ext cx="1085850" cy="45087"/>
        </a:xfrm>
        <a:custGeom>
          <a:avLst/>
          <a:gdLst/>
          <a:ahLst/>
          <a:cxnLst/>
          <a:rect l="0" t="0" r="0" b="0"/>
          <a:pathLst>
            <a:path>
              <a:moveTo>
                <a:pt x="0" y="22543"/>
              </a:moveTo>
              <a:lnTo>
                <a:pt x="1085850" y="2254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039317" y="4243096"/>
        <a:ext cx="54292" cy="54292"/>
      </dsp:txXfrm>
    </dsp:sp>
    <dsp:sp modelId="{7E6EAB7C-53A5-4773-8A20-E62F8F0BD6C1}">
      <dsp:nvSpPr>
        <dsp:cNvPr id="0" name=""/>
        <dsp:cNvSpPr/>
      </dsp:nvSpPr>
      <dsp:spPr>
        <a:xfrm>
          <a:off x="7609389" y="3591586"/>
          <a:ext cx="2714625" cy="1357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Dimensionality Reduction, Clustering etc.</a:t>
          </a:r>
          <a:endParaRPr lang="en-GB" sz="2900" kern="1200" dirty="0"/>
        </a:p>
      </dsp:txBody>
      <dsp:txXfrm>
        <a:off x="7649143" y="3631340"/>
        <a:ext cx="2635117" cy="12778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DB05-DD1A-39AA-0BDD-DC1DB0E5C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441B0CA-386D-925B-067A-28720079C3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B3A5473-4936-90A1-E139-BA9724F77B8C}"/>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D044AC76-7FCC-56E5-1491-2691B46158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96B2AE-9A9E-CCD7-230D-B6F6E95EC37A}"/>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1136623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F3F1-122A-A3CC-F0B5-87AAE0477FE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4084130-8368-D3A9-2688-1CDBE2D3E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5C4A06-DDEA-FDF0-10CB-C87B9CD5E74A}"/>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BAC11E01-F5AE-E799-B5BB-8F2C5CAE63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FEAEC5-4915-FE74-3578-3994BEDC485A}"/>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997882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F9FB-C042-9676-183B-598B382DDB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C2B94D5-6EEE-0192-6E99-FFE04C9430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A0EBE8-42F6-2B43-43AB-C3B5D83D69B8}"/>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427561F9-BD61-072E-72F5-DB3DD69C2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31057E-3C1D-534E-E606-AC3F226106B8}"/>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5309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57EE-8697-D9A5-6BD3-AF3E2CB639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D3BD4AC-F28C-C17F-AAD3-18E8BD4E3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8A77927-B08E-8E60-E93E-9F33F89DA4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68A845-4BF2-3A47-BFDF-8DC1C4E683DE}"/>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6" name="Footer Placeholder 5">
            <a:extLst>
              <a:ext uri="{FF2B5EF4-FFF2-40B4-BE49-F238E27FC236}">
                <a16:creationId xmlns:a16="http://schemas.microsoft.com/office/drawing/2014/main" id="{7425B404-5FD6-7C69-3559-F588E33036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9645A04-768F-0F2D-F180-5F17A381CA5F}"/>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3459553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C355-8378-DB6A-206A-26B77268CAF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818AAB-63FE-4E43-8B5A-CC8AB589B2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BC594-D151-E1E6-7727-3C6434079B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3A5956-D5E6-D4EE-4A09-FAEE920259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E7830-9CCC-4E4C-5C30-D533090EC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90E306D-51DA-0CE0-50A7-5D4EEA1E2506}"/>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8" name="Footer Placeholder 7">
            <a:extLst>
              <a:ext uri="{FF2B5EF4-FFF2-40B4-BE49-F238E27FC236}">
                <a16:creationId xmlns:a16="http://schemas.microsoft.com/office/drawing/2014/main" id="{594B252E-8B78-9E9E-B545-F41BE6F590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88A4B53-B54A-7666-2CC3-359F324E4A10}"/>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039900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F960-6458-9EF3-5927-50A201E34E6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29A931-3213-0C2B-A9B8-B0E232D428BE}"/>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4" name="Footer Placeholder 3">
            <a:extLst>
              <a:ext uri="{FF2B5EF4-FFF2-40B4-BE49-F238E27FC236}">
                <a16:creationId xmlns:a16="http://schemas.microsoft.com/office/drawing/2014/main" id="{50B84703-77B8-5366-6B58-217FD00808C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372BCDB-0512-B958-C566-BBB39A82B48A}"/>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397755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C8C6CF-5DF4-C4F7-8550-ABA12F5CF27C}"/>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3" name="Footer Placeholder 2">
            <a:extLst>
              <a:ext uri="{FF2B5EF4-FFF2-40B4-BE49-F238E27FC236}">
                <a16:creationId xmlns:a16="http://schemas.microsoft.com/office/drawing/2014/main" id="{7C0D212D-F50A-200E-8FE8-05B0C9BDF9B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457CFB1-6FB5-7649-4F32-158C830A6584}"/>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650374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6657-68BD-EFEA-E141-D4775DF54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10DA4A-FC5E-A170-FC95-032AEAAE5C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42581B2-C370-A5FD-C38A-A5E5B09ED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E1525-066C-395D-3148-1C57CDE95B15}"/>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6" name="Footer Placeholder 5">
            <a:extLst>
              <a:ext uri="{FF2B5EF4-FFF2-40B4-BE49-F238E27FC236}">
                <a16:creationId xmlns:a16="http://schemas.microsoft.com/office/drawing/2014/main" id="{A5618C8B-CCC7-9BC1-F9CA-E9B3F065F4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233894-6C51-9129-DFE7-EF0054FCFC4B}"/>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117794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2886-132D-9626-ECCA-0534873691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E4A9FA8-DD58-F748-A3E8-6B488D6E8D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3E181C2-0B91-01BB-5103-21F6FE200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F5C32B-7E90-A7DE-E4CB-63B4D59B88E0}"/>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6" name="Footer Placeholder 5">
            <a:extLst>
              <a:ext uri="{FF2B5EF4-FFF2-40B4-BE49-F238E27FC236}">
                <a16:creationId xmlns:a16="http://schemas.microsoft.com/office/drawing/2014/main" id="{B4690454-B4CE-1391-3F67-7B8414D5A6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F4CA4F9-C794-AC10-C5C2-4096865A37EE}"/>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141787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8B01-C305-FBD9-74E2-0EFDF71EB26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F2F969-611A-1724-30C5-4ABF97FAF8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E2C926-984F-406A-A12D-A7E10D0E1F84}"/>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E6D6E4A7-0DDF-1B90-F728-49DF22497C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E1A03C-2F83-69EA-41CE-B7C9AE17E0B2}"/>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874416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57A475-0B9F-5ED8-582C-834486CC20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C4B04D-A8A5-B3DA-E79E-D1A2420E16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2F63AD-6512-535F-1260-B29FD1AFFB30}"/>
              </a:ext>
            </a:extLst>
          </p:cNvPr>
          <p:cNvSpPr>
            <a:spLocks noGrp="1"/>
          </p:cNvSpPr>
          <p:nvPr>
            <p:ph type="dt" sz="half" idx="10"/>
          </p:nvPr>
        </p:nvSpPr>
        <p:spPr/>
        <p:txBody>
          <a:body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DA4EEFED-D1A6-A26F-9C04-8F32928149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8F6C9B-5CEA-9A68-ACC2-CC71600BE6D0}"/>
              </a:ext>
            </a:extLst>
          </p:cNvPr>
          <p:cNvSpPr>
            <a:spLocks noGrp="1"/>
          </p:cNvSpPr>
          <p:nvPr>
            <p:ph type="sldNum" sz="quarter" idx="12"/>
          </p:nvPr>
        </p:nvSpPr>
        <p:spPr/>
        <p:txBody>
          <a:bodyPr/>
          <a:lstStyle/>
          <a:p>
            <a:fld id="{5C96EE55-21DE-4401-A039-9D373601EBBD}" type="slidenum">
              <a:rPr lang="en-GB" smtClean="0"/>
              <a:t>‹#›</a:t>
            </a:fld>
            <a:endParaRPr lang="en-GB"/>
          </a:p>
        </p:txBody>
      </p:sp>
    </p:spTree>
    <p:extLst>
      <p:ext uri="{BB962C8B-B14F-4D97-AF65-F5344CB8AC3E}">
        <p14:creationId xmlns:p14="http://schemas.microsoft.com/office/powerpoint/2010/main" val="2272794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8948A7-D702-9B6F-E929-C87E9AEA5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E485389-4152-FB98-EC49-74655FC4B5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773A45-B161-7466-D658-3D5E2B7C6D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0EA36E-5D27-41FB-B55D-4058F7CABA33}" type="datetimeFigureOut">
              <a:rPr lang="en-GB" smtClean="0"/>
              <a:t>22/01/2026</a:t>
            </a:fld>
            <a:endParaRPr lang="en-GB"/>
          </a:p>
        </p:txBody>
      </p:sp>
      <p:sp>
        <p:nvSpPr>
          <p:cNvPr id="5" name="Footer Placeholder 4">
            <a:extLst>
              <a:ext uri="{FF2B5EF4-FFF2-40B4-BE49-F238E27FC236}">
                <a16:creationId xmlns:a16="http://schemas.microsoft.com/office/drawing/2014/main" id="{8B42C850-472A-AE5A-2B10-DA69043E3C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79A0CCF-F0EC-B894-9455-4A970EB59B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96EE55-21DE-4401-A039-9D373601EBBD}" type="slidenum">
              <a:rPr lang="en-GB" smtClean="0"/>
              <a:t>‹#›</a:t>
            </a:fld>
            <a:endParaRPr lang="en-GB"/>
          </a:p>
        </p:txBody>
      </p:sp>
    </p:spTree>
    <p:extLst>
      <p:ext uri="{BB962C8B-B14F-4D97-AF65-F5344CB8AC3E}">
        <p14:creationId xmlns:p14="http://schemas.microsoft.com/office/powerpoint/2010/main" val="793537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91CA-94A6-7A47-525B-84E5D2E3513B}"/>
              </a:ext>
            </a:extLst>
          </p:cNvPr>
          <p:cNvSpPr>
            <a:spLocks noGrp="1"/>
          </p:cNvSpPr>
          <p:nvPr>
            <p:ph type="ctrTitle"/>
          </p:nvPr>
        </p:nvSpPr>
        <p:spPr/>
        <p:txBody>
          <a:bodyPr/>
          <a:lstStyle/>
          <a:p>
            <a:r>
              <a:rPr lang="en-US" dirty="0"/>
              <a:t>K-means clustering and K Nearest </a:t>
            </a:r>
            <a:r>
              <a:rPr lang="en-US" dirty="0" err="1"/>
              <a:t>Neighbours</a:t>
            </a:r>
            <a:endParaRPr lang="en-GB" dirty="0"/>
          </a:p>
        </p:txBody>
      </p:sp>
      <p:sp>
        <p:nvSpPr>
          <p:cNvPr id="3" name="Subtitle 2">
            <a:extLst>
              <a:ext uri="{FF2B5EF4-FFF2-40B4-BE49-F238E27FC236}">
                <a16:creationId xmlns:a16="http://schemas.microsoft.com/office/drawing/2014/main" id="{C6D9E225-5106-B719-3EA5-A3E24FFA4789}"/>
              </a:ext>
            </a:extLst>
          </p:cNvPr>
          <p:cNvSpPr>
            <a:spLocks noGrp="1"/>
          </p:cNvSpPr>
          <p:nvPr>
            <p:ph type="subTitle" idx="1"/>
          </p:nvPr>
        </p:nvSpPr>
        <p:spPr/>
        <p:txBody>
          <a:bodyPr/>
          <a:lstStyle/>
          <a:p>
            <a:r>
              <a:rPr lang="en-US" dirty="0"/>
              <a:t>Intro to AI and Text Analytics</a:t>
            </a:r>
            <a:endParaRPr lang="en-GB" dirty="0"/>
          </a:p>
        </p:txBody>
      </p:sp>
    </p:spTree>
    <p:extLst>
      <p:ext uri="{BB962C8B-B14F-4D97-AF65-F5344CB8AC3E}">
        <p14:creationId xmlns:p14="http://schemas.microsoft.com/office/powerpoint/2010/main" val="52419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194746-71F2-CA36-94FD-4378DD09B515}"/>
              </a:ext>
            </a:extLst>
          </p:cNvPr>
          <p:cNvSpPr txBox="1"/>
          <p:nvPr/>
        </p:nvSpPr>
        <p:spPr>
          <a:xfrm>
            <a:off x="7411452" y="1166842"/>
            <a:ext cx="4046871" cy="4524315"/>
          </a:xfrm>
          <a:prstGeom prst="rect">
            <a:avLst/>
          </a:prstGeom>
          <a:noFill/>
        </p:spPr>
        <p:txBody>
          <a:bodyPr wrap="square" rtlCol="0">
            <a:spAutoFit/>
          </a:bodyPr>
          <a:lstStyle/>
          <a:p>
            <a:r>
              <a:rPr lang="en-US" sz="2400" b="1" dirty="0"/>
              <a:t>Look at this data and discuss with the person next to you:</a:t>
            </a:r>
          </a:p>
          <a:p>
            <a:pPr marL="342900" indent="-342900">
              <a:buAutoNum type="arabicPeriod"/>
            </a:pPr>
            <a:r>
              <a:rPr lang="en-US" sz="2400" b="1" dirty="0"/>
              <a:t>How many clusters could there be?</a:t>
            </a:r>
          </a:p>
          <a:p>
            <a:pPr marL="342900" indent="-342900">
              <a:buAutoNum type="arabicPeriod"/>
            </a:pPr>
            <a:r>
              <a:rPr lang="en-US" sz="2400" b="1" dirty="0"/>
              <a:t>How did you work out the answer?</a:t>
            </a:r>
          </a:p>
          <a:p>
            <a:pPr marL="342900" indent="-342900">
              <a:buAutoNum type="arabicPeriod"/>
            </a:pPr>
            <a:r>
              <a:rPr lang="en-US" sz="2400" b="1" dirty="0"/>
              <a:t>How should you do that process algorithmically (particularly in higher dimensions, where you can’t visualize the data)?</a:t>
            </a:r>
            <a:endParaRPr lang="en-GB" sz="2400" b="1" dirty="0"/>
          </a:p>
        </p:txBody>
      </p:sp>
      <p:pic>
        <p:nvPicPr>
          <p:cNvPr id="1032" name="Picture 8">
            <a:extLst>
              <a:ext uri="{FF2B5EF4-FFF2-40B4-BE49-F238E27FC236}">
                <a16:creationId xmlns:a16="http://schemas.microsoft.com/office/drawing/2014/main" id="{4EB0CE5B-9DEF-A953-6EAB-7FB517817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806" y="1588168"/>
            <a:ext cx="6554425" cy="49329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9479EC5-3338-A2CD-3A76-7532A32CB72E}"/>
              </a:ext>
            </a:extLst>
          </p:cNvPr>
          <p:cNvSpPr txBox="1"/>
          <p:nvPr/>
        </p:nvSpPr>
        <p:spPr>
          <a:xfrm>
            <a:off x="307806" y="214715"/>
            <a:ext cx="10411326" cy="1373453"/>
          </a:xfrm>
          <a:prstGeom prst="rect">
            <a:avLst/>
          </a:prstGeom>
          <a:noFill/>
        </p:spPr>
        <p:txBody>
          <a:bodyPr wrap="square">
            <a:spAutoFit/>
          </a:bodyPr>
          <a:lstStyle/>
          <a:p>
            <a:pPr>
              <a:lnSpc>
                <a:spcPts val="1425"/>
              </a:lnSpc>
              <a:buNone/>
            </a:pPr>
            <a:r>
              <a:rPr lang="en-GB" b="1" dirty="0">
                <a:solidFill>
                  <a:srgbClr val="9723B4"/>
                </a:solidFill>
                <a:effectLst/>
                <a:latin typeface="Courier New" panose="02070309020205020404" pitchFamily="49" charset="0"/>
              </a:rPr>
              <a:t>from</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sklearn.datasets</a:t>
            </a:r>
            <a:r>
              <a:rPr lang="en-GB" b="1" dirty="0">
                <a:solidFill>
                  <a:srgbClr val="000000"/>
                </a:solidFill>
                <a:effectLst/>
                <a:latin typeface="Courier New" panose="02070309020205020404" pitchFamily="49" charset="0"/>
              </a:rPr>
              <a:t> </a:t>
            </a:r>
            <a:r>
              <a:rPr lang="en-GB" b="1" dirty="0">
                <a:solidFill>
                  <a:srgbClr val="9723B4"/>
                </a:solidFill>
                <a:effectLst/>
                <a:latin typeface="Courier New" panose="02070309020205020404" pitchFamily="49" charset="0"/>
              </a:rPr>
              <a:t>import</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make_blobs</a:t>
            </a:r>
            <a:endParaRPr lang="en-GB" b="1" dirty="0">
              <a:solidFill>
                <a:srgbClr val="000000"/>
              </a:solidFill>
              <a:effectLst/>
              <a:latin typeface="Courier New" panose="02070309020205020404" pitchFamily="49" charset="0"/>
            </a:endParaRPr>
          </a:p>
          <a:p>
            <a:pPr>
              <a:lnSpc>
                <a:spcPts val="1425"/>
              </a:lnSpc>
              <a:buNone/>
            </a:pPr>
            <a:r>
              <a:rPr lang="en-GB" b="1" dirty="0">
                <a:solidFill>
                  <a:srgbClr val="9723B4"/>
                </a:solidFill>
                <a:effectLst/>
                <a:latin typeface="Courier New" panose="02070309020205020404" pitchFamily="49" charset="0"/>
              </a:rPr>
              <a:t>import</a:t>
            </a:r>
            <a:r>
              <a:rPr lang="en-GB" b="1" dirty="0">
                <a:solidFill>
                  <a:srgbClr val="000000"/>
                </a:solidFill>
                <a:effectLst/>
                <a:latin typeface="Courier New" panose="02070309020205020404" pitchFamily="49" charset="0"/>
              </a:rPr>
              <a:t> pandas </a:t>
            </a:r>
            <a:r>
              <a:rPr lang="en-GB" b="1" dirty="0">
                <a:solidFill>
                  <a:srgbClr val="9723B4"/>
                </a:solidFill>
                <a:effectLst/>
                <a:latin typeface="Courier New" panose="02070309020205020404" pitchFamily="49" charset="0"/>
              </a:rPr>
              <a:t>as</a:t>
            </a:r>
            <a:r>
              <a:rPr lang="en-GB" b="1" dirty="0">
                <a:solidFill>
                  <a:srgbClr val="000000"/>
                </a:solidFill>
                <a:effectLst/>
                <a:latin typeface="Courier New" panose="02070309020205020404" pitchFamily="49" charset="0"/>
              </a:rPr>
              <a:t> pd</a:t>
            </a:r>
          </a:p>
          <a:p>
            <a:pPr>
              <a:lnSpc>
                <a:spcPts val="1425"/>
              </a:lnSpc>
              <a:buNone/>
            </a:pPr>
            <a:endParaRPr lang="en-GB" b="1" dirty="0">
              <a:solidFill>
                <a:srgbClr val="000000"/>
              </a:solidFill>
              <a:effectLst/>
              <a:latin typeface="Courier New" panose="02070309020205020404" pitchFamily="49" charset="0"/>
            </a:endParaRPr>
          </a:p>
          <a:p>
            <a:pPr>
              <a:lnSpc>
                <a:spcPts val="1425"/>
              </a:lnSpc>
              <a:buNone/>
            </a:pPr>
            <a:r>
              <a:rPr lang="en-GB" b="1" dirty="0">
                <a:solidFill>
                  <a:srgbClr val="000000"/>
                </a:solidFill>
                <a:effectLst/>
                <a:latin typeface="Courier New" panose="02070309020205020404" pitchFamily="49" charset="0"/>
              </a:rPr>
              <a:t>data, </a:t>
            </a:r>
            <a:r>
              <a:rPr lang="en-GB" b="1" dirty="0" err="1">
                <a:solidFill>
                  <a:srgbClr val="000000"/>
                </a:solidFill>
                <a:effectLst/>
                <a:latin typeface="Courier New" panose="02070309020205020404" pitchFamily="49" charset="0"/>
              </a:rPr>
              <a:t>true_labels</a:t>
            </a:r>
            <a:r>
              <a:rPr lang="en-GB" b="1" dirty="0">
                <a:solidFill>
                  <a:srgbClr val="000000"/>
                </a:solidFill>
                <a:effectLst/>
                <a:latin typeface="Courier New" panose="02070309020205020404" pitchFamily="49" charset="0"/>
              </a:rPr>
              <a:t> = </a:t>
            </a:r>
            <a:r>
              <a:rPr lang="en-GB" b="1" dirty="0" err="1">
                <a:solidFill>
                  <a:srgbClr val="000000"/>
                </a:solidFill>
                <a:effectLst/>
                <a:latin typeface="Courier New" panose="02070309020205020404" pitchFamily="49" charset="0"/>
              </a:rPr>
              <a:t>make_blobs</a:t>
            </a:r>
            <a:r>
              <a:rPr lang="en-GB" b="1" dirty="0">
                <a:solidFill>
                  <a:srgbClr val="000000"/>
                </a:solidFill>
                <a:effectLst/>
                <a:latin typeface="Courier New" panose="02070309020205020404" pitchFamily="49" charset="0"/>
              </a:rPr>
              <a:t>(</a:t>
            </a:r>
            <a:r>
              <a:rPr lang="en-GB" b="1" dirty="0" err="1">
                <a:solidFill>
                  <a:srgbClr val="000000"/>
                </a:solidFill>
                <a:effectLst/>
                <a:latin typeface="Courier New" panose="02070309020205020404" pitchFamily="49" charset="0"/>
              </a:rPr>
              <a:t>n_samples</a:t>
            </a:r>
            <a:r>
              <a:rPr lang="en-GB" b="1" dirty="0">
                <a:solidFill>
                  <a:srgbClr val="000000"/>
                </a:solidFill>
                <a:effectLst/>
                <a:latin typeface="Courier New" panose="02070309020205020404" pitchFamily="49" charset="0"/>
              </a:rPr>
              <a:t>=</a:t>
            </a:r>
            <a:r>
              <a:rPr lang="en-GB" b="1" dirty="0">
                <a:solidFill>
                  <a:srgbClr val="116644"/>
                </a:solidFill>
                <a:effectLst/>
                <a:latin typeface="Courier New" panose="02070309020205020404" pitchFamily="49" charset="0"/>
              </a:rPr>
              <a:t>500</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centers</a:t>
            </a:r>
            <a:r>
              <a:rPr lang="en-GB" b="1" dirty="0">
                <a:solidFill>
                  <a:srgbClr val="000000"/>
                </a:solidFill>
                <a:effectLst/>
                <a:latin typeface="Courier New" panose="02070309020205020404" pitchFamily="49" charset="0"/>
              </a:rPr>
              <a:t>=</a:t>
            </a:r>
            <a:r>
              <a:rPr lang="en-GB" b="1" dirty="0">
                <a:solidFill>
                  <a:srgbClr val="116644"/>
                </a:solidFill>
                <a:effectLst/>
                <a:latin typeface="Courier New" panose="02070309020205020404" pitchFamily="49" charset="0"/>
              </a:rPr>
              <a:t>4</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random_state</a:t>
            </a:r>
            <a:r>
              <a:rPr lang="en-GB" b="1" dirty="0">
                <a:solidFill>
                  <a:srgbClr val="000000"/>
                </a:solidFill>
                <a:effectLst/>
                <a:latin typeface="Courier New" panose="02070309020205020404" pitchFamily="49" charset="0"/>
              </a:rPr>
              <a:t>=</a:t>
            </a:r>
            <a:r>
              <a:rPr lang="en-GB" b="1" dirty="0">
                <a:solidFill>
                  <a:srgbClr val="116644"/>
                </a:solidFill>
                <a:effectLst/>
                <a:latin typeface="Courier New" panose="02070309020205020404" pitchFamily="49" charset="0"/>
              </a:rPr>
              <a:t>6</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cluster_std</a:t>
            </a:r>
            <a:r>
              <a:rPr lang="en-GB" b="1" dirty="0">
                <a:solidFill>
                  <a:srgbClr val="000000"/>
                </a:solidFill>
                <a:effectLst/>
                <a:latin typeface="Courier New" panose="02070309020205020404" pitchFamily="49" charset="0"/>
              </a:rPr>
              <a:t> = </a:t>
            </a:r>
            <a:r>
              <a:rPr lang="en-GB" b="1" dirty="0">
                <a:solidFill>
                  <a:srgbClr val="116644"/>
                </a:solidFill>
                <a:effectLst/>
                <a:latin typeface="Courier New" panose="02070309020205020404" pitchFamily="49" charset="0"/>
              </a:rPr>
              <a:t>1.8</a:t>
            </a:r>
            <a:r>
              <a:rPr lang="en-GB" b="1" dirty="0">
                <a:solidFill>
                  <a:srgbClr val="000000"/>
                </a:solidFill>
                <a:effectLst/>
                <a:latin typeface="Courier New" panose="02070309020205020404" pitchFamily="49" charset="0"/>
              </a:rPr>
              <a:t>)</a:t>
            </a:r>
          </a:p>
          <a:p>
            <a:pPr>
              <a:lnSpc>
                <a:spcPts val="1425"/>
              </a:lnSpc>
              <a:buNone/>
            </a:pPr>
            <a:r>
              <a:rPr lang="en-GB" b="1" dirty="0">
                <a:solidFill>
                  <a:srgbClr val="000000"/>
                </a:solidFill>
                <a:effectLst/>
                <a:latin typeface="Courier New" panose="02070309020205020404" pitchFamily="49" charset="0"/>
              </a:rPr>
              <a:t>points = </a:t>
            </a:r>
            <a:r>
              <a:rPr lang="en-GB" b="1" dirty="0" err="1">
                <a:solidFill>
                  <a:srgbClr val="000000"/>
                </a:solidFill>
                <a:effectLst/>
                <a:latin typeface="Courier New" panose="02070309020205020404" pitchFamily="49" charset="0"/>
              </a:rPr>
              <a:t>pd.DataFrame</a:t>
            </a:r>
            <a:r>
              <a:rPr lang="en-GB" b="1" dirty="0">
                <a:solidFill>
                  <a:srgbClr val="000000"/>
                </a:solidFill>
                <a:effectLst/>
                <a:latin typeface="Courier New" panose="02070309020205020404" pitchFamily="49" charset="0"/>
              </a:rPr>
              <a:t>(data, columns=[</a:t>
            </a:r>
            <a:r>
              <a:rPr lang="en-GB" b="1" dirty="0">
                <a:solidFill>
                  <a:srgbClr val="A31515"/>
                </a:solidFill>
                <a:effectLst/>
                <a:latin typeface="Courier New" panose="02070309020205020404" pitchFamily="49" charset="0"/>
              </a:rPr>
              <a:t>"x1"</a:t>
            </a:r>
            <a:r>
              <a:rPr lang="en-GB" b="1" dirty="0">
                <a:solidFill>
                  <a:srgbClr val="000000"/>
                </a:solidFill>
                <a:effectLst/>
                <a:latin typeface="Courier New" panose="02070309020205020404" pitchFamily="49" charset="0"/>
              </a:rPr>
              <a:t>, </a:t>
            </a:r>
            <a:r>
              <a:rPr lang="en-GB" b="1" dirty="0">
                <a:solidFill>
                  <a:srgbClr val="A31515"/>
                </a:solidFill>
                <a:effectLst/>
                <a:latin typeface="Courier New" panose="02070309020205020404" pitchFamily="49" charset="0"/>
              </a:rPr>
              <a:t>"x2"</a:t>
            </a:r>
            <a:r>
              <a:rPr lang="en-GB" b="1" dirty="0">
                <a:solidFill>
                  <a:srgbClr val="000000"/>
                </a:solidFill>
                <a:effectLst/>
                <a:latin typeface="Courier New" panose="02070309020205020404" pitchFamily="49" charset="0"/>
              </a:rPr>
              <a:t>])</a:t>
            </a:r>
          </a:p>
          <a:p>
            <a:pPr>
              <a:lnSpc>
                <a:spcPts val="1425"/>
              </a:lnSpc>
              <a:buNone/>
            </a:pPr>
            <a:r>
              <a:rPr lang="en-GB" b="1" dirty="0" err="1">
                <a:solidFill>
                  <a:srgbClr val="000000"/>
                </a:solidFill>
                <a:effectLst/>
                <a:latin typeface="Courier New" panose="02070309020205020404" pitchFamily="49" charset="0"/>
              </a:rPr>
              <a:t>points.plot.scatter</a:t>
            </a:r>
            <a:r>
              <a:rPr lang="en-GB" b="1" dirty="0">
                <a:solidFill>
                  <a:srgbClr val="000000"/>
                </a:solidFill>
                <a:effectLst/>
                <a:latin typeface="Courier New" panose="02070309020205020404" pitchFamily="49" charset="0"/>
              </a:rPr>
              <a:t>(</a:t>
            </a:r>
            <a:r>
              <a:rPr lang="en-GB" b="1" dirty="0">
                <a:solidFill>
                  <a:srgbClr val="A31515"/>
                </a:solidFill>
                <a:effectLst/>
                <a:latin typeface="Courier New" panose="02070309020205020404" pitchFamily="49" charset="0"/>
              </a:rPr>
              <a:t>"x1"</a:t>
            </a:r>
            <a:r>
              <a:rPr lang="en-GB" b="1" dirty="0">
                <a:solidFill>
                  <a:srgbClr val="000000"/>
                </a:solidFill>
                <a:effectLst/>
                <a:latin typeface="Courier New" panose="02070309020205020404" pitchFamily="49" charset="0"/>
              </a:rPr>
              <a:t>, </a:t>
            </a:r>
            <a:r>
              <a:rPr lang="en-GB" b="1" dirty="0">
                <a:solidFill>
                  <a:srgbClr val="A31515"/>
                </a:solidFill>
                <a:effectLst/>
                <a:latin typeface="Courier New" panose="02070309020205020404" pitchFamily="49" charset="0"/>
              </a:rPr>
              <a:t>"x2"</a:t>
            </a:r>
            <a:r>
              <a:rPr lang="en-GB" b="1"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473596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8316-59EA-54A8-DA3A-3EAF53EF0D71}"/>
              </a:ext>
            </a:extLst>
          </p:cNvPr>
          <p:cNvSpPr>
            <a:spLocks noGrp="1"/>
          </p:cNvSpPr>
          <p:nvPr>
            <p:ph type="title"/>
          </p:nvPr>
        </p:nvSpPr>
        <p:spPr>
          <a:xfrm>
            <a:off x="0" y="-340727"/>
            <a:ext cx="10515600" cy="1325563"/>
          </a:xfrm>
        </p:spPr>
        <p:txBody>
          <a:bodyPr>
            <a:normAutofit/>
          </a:bodyPr>
          <a:lstStyle/>
          <a:p>
            <a:r>
              <a:rPr lang="en-US" sz="3200" u="sng" dirty="0"/>
              <a:t>K-means clustering</a:t>
            </a:r>
            <a:endParaRPr lang="en-GB" sz="3200" u="sng" dirty="0"/>
          </a:p>
        </p:txBody>
      </p:sp>
      <p:sp>
        <p:nvSpPr>
          <p:cNvPr id="3" name="Content Placeholder 2">
            <a:extLst>
              <a:ext uri="{FF2B5EF4-FFF2-40B4-BE49-F238E27FC236}">
                <a16:creationId xmlns:a16="http://schemas.microsoft.com/office/drawing/2014/main" id="{8334075D-4B09-5342-0F91-1F11A50F70CC}"/>
              </a:ext>
            </a:extLst>
          </p:cNvPr>
          <p:cNvSpPr>
            <a:spLocks noGrp="1"/>
          </p:cNvSpPr>
          <p:nvPr>
            <p:ph idx="1"/>
          </p:nvPr>
        </p:nvSpPr>
        <p:spPr>
          <a:xfrm>
            <a:off x="838200" y="831014"/>
            <a:ext cx="10515600" cy="5617912"/>
          </a:xfrm>
        </p:spPr>
        <p:txBody>
          <a:bodyPr>
            <a:normAutofit fontScale="92500" lnSpcReduction="10000"/>
          </a:bodyPr>
          <a:lstStyle/>
          <a:p>
            <a:pPr marL="0" indent="0">
              <a:buNone/>
            </a:pPr>
            <a:r>
              <a:rPr lang="en-US" dirty="0"/>
              <a:t>Input: k – number of clusters (int), data (data frame/array)</a:t>
            </a:r>
          </a:p>
          <a:p>
            <a:pPr marL="514350" indent="-514350">
              <a:buFont typeface="+mj-lt"/>
              <a:buAutoNum type="arabicPeriod"/>
            </a:pPr>
            <a:r>
              <a:rPr lang="en-US" dirty="0"/>
              <a:t>Randomly pick k candidates for the initial cluster “centroids” (often picked from your data)</a:t>
            </a:r>
          </a:p>
          <a:p>
            <a:pPr marL="514350" indent="-514350">
              <a:buFont typeface="+mj-lt"/>
              <a:buAutoNum type="arabicPeriod"/>
            </a:pPr>
            <a:r>
              <a:rPr lang="en-US" dirty="0"/>
              <a:t>For each point in your dataset:</a:t>
            </a:r>
          </a:p>
          <a:p>
            <a:pPr marL="971550" lvl="1" indent="-514350">
              <a:buFont typeface="+mj-lt"/>
              <a:buAutoNum type="romanLcPeriod"/>
            </a:pPr>
            <a:r>
              <a:rPr lang="en-US" dirty="0"/>
              <a:t>Calculate its distance to each centroid</a:t>
            </a:r>
          </a:p>
          <a:p>
            <a:pPr marL="971550" lvl="1" indent="-514350">
              <a:buFont typeface="+mj-lt"/>
              <a:buAutoNum type="romanLcPeriod"/>
            </a:pPr>
            <a:r>
              <a:rPr lang="en-US" dirty="0"/>
              <a:t>Assign the point to the cluster of the “nearest” centroid</a:t>
            </a:r>
          </a:p>
          <a:p>
            <a:pPr marL="514350" indent="-514350">
              <a:buFont typeface="+mj-lt"/>
              <a:buAutoNum type="arabicPeriod"/>
            </a:pPr>
            <a:r>
              <a:rPr lang="en-US" dirty="0"/>
              <a:t>For each cluster:</a:t>
            </a:r>
          </a:p>
          <a:p>
            <a:pPr marL="971550" lvl="1" indent="-514350">
              <a:buFont typeface="+mj-lt"/>
              <a:buAutoNum type="romanLcPeriod"/>
            </a:pPr>
            <a:r>
              <a:rPr lang="en-US" dirty="0"/>
              <a:t>Calculate the mean of all points assigned to the cluster</a:t>
            </a:r>
          </a:p>
          <a:p>
            <a:pPr marL="971550" lvl="1" indent="-514350">
              <a:buFont typeface="+mj-lt"/>
              <a:buAutoNum type="romanLcPeriod"/>
            </a:pPr>
            <a:r>
              <a:rPr lang="en-US" dirty="0"/>
              <a:t>Update the centroid to this new mean position (this is typically not a point from the data but it exists in the same feature space)</a:t>
            </a:r>
          </a:p>
          <a:p>
            <a:pPr marL="514350" indent="-514350">
              <a:buFont typeface="+mj-lt"/>
              <a:buAutoNum type="arabicPeriod"/>
            </a:pPr>
            <a:r>
              <a:rPr lang="en-US" dirty="0"/>
              <a:t>Iterate this process until either:</a:t>
            </a:r>
          </a:p>
          <a:p>
            <a:pPr marL="971550" lvl="1" indent="-514350">
              <a:buFont typeface="+mj-lt"/>
              <a:buAutoNum type="romanLcPeriod"/>
            </a:pPr>
            <a:r>
              <a:rPr lang="en-GB" dirty="0"/>
              <a:t>The centroids stabilise and no longer change much between iterations</a:t>
            </a:r>
          </a:p>
          <a:p>
            <a:pPr marL="971550" lvl="1" indent="-514350">
              <a:buFont typeface="+mj-lt"/>
              <a:buAutoNum type="romanLcPeriod"/>
            </a:pPr>
            <a:r>
              <a:rPr lang="en-GB" dirty="0"/>
              <a:t>You reach some max iteration limit</a:t>
            </a:r>
          </a:p>
          <a:p>
            <a:pPr marL="0" indent="0">
              <a:buNone/>
            </a:pPr>
            <a:r>
              <a:rPr lang="en-GB" dirty="0"/>
              <a:t>Output: a cluster label for each data point (int), a cluster centroid for each cluster label (array)</a:t>
            </a:r>
          </a:p>
          <a:p>
            <a:pPr marL="971550" lvl="1" indent="-514350">
              <a:buFont typeface="+mj-lt"/>
              <a:buAutoNum type="romanLcPeriod"/>
            </a:pPr>
            <a:endParaRPr lang="en-GB" dirty="0"/>
          </a:p>
        </p:txBody>
      </p:sp>
    </p:spTree>
    <p:extLst>
      <p:ext uri="{BB962C8B-B14F-4D97-AF65-F5344CB8AC3E}">
        <p14:creationId xmlns:p14="http://schemas.microsoft.com/office/powerpoint/2010/main" val="200614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1BE61123-71C2-C5C8-94D1-6D5BB6337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93" y="1510710"/>
            <a:ext cx="5467350" cy="43338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67760C0A-63FA-1098-4F07-2530EE2D8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759" y="1510710"/>
            <a:ext cx="54673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88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A3BE-6F88-6E91-AA7B-36ED810B259D}"/>
              </a:ext>
            </a:extLst>
          </p:cNvPr>
          <p:cNvSpPr>
            <a:spLocks noGrp="1"/>
          </p:cNvSpPr>
          <p:nvPr>
            <p:ph type="title"/>
          </p:nvPr>
        </p:nvSpPr>
        <p:spPr/>
        <p:txBody>
          <a:bodyPr/>
          <a:lstStyle/>
          <a:p>
            <a:r>
              <a:rPr lang="en-US" dirty="0"/>
              <a:t>How do we define “nearest?”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A8771F-7462-15DC-0193-CC333D9F2233}"/>
                  </a:ext>
                </a:extLst>
              </p:cNvPr>
              <p:cNvSpPr>
                <a:spLocks noGrp="1"/>
              </p:cNvSpPr>
              <p:nvPr>
                <p:ph idx="1"/>
              </p:nvPr>
            </p:nvSpPr>
            <p:spPr/>
            <p:txBody>
              <a:bodyPr>
                <a:normAutofit fontScale="92500" lnSpcReduction="20000"/>
              </a:bodyPr>
              <a:lstStyle/>
              <a:p>
                <a:pPr marL="0" indent="0">
                  <a:buNone/>
                </a:pPr>
                <a:r>
                  <a:rPr lang="en-US" dirty="0"/>
                  <a:t>The K-means algorithm aims to choose centroids that </a:t>
                </a:r>
                <a:r>
                  <a:rPr lang="en-US" dirty="0" err="1"/>
                  <a:t>minimise</a:t>
                </a:r>
                <a:r>
                  <a:rPr lang="en-US" dirty="0"/>
                  <a:t> the </a:t>
                </a:r>
                <a:r>
                  <a:rPr lang="en-US" b="1" i="1" dirty="0"/>
                  <a:t>Inertia</a:t>
                </a:r>
                <a:r>
                  <a:rPr lang="en-US" dirty="0"/>
                  <a:t>, or within-cluster sum-of-squares criterion: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ctrlPr>
                            <a:rPr lang="en-GB" b="1" i="1">
                              <a:latin typeface="Cambria Math" panose="02040503050406030204" pitchFamily="18" charset="0"/>
                            </a:rPr>
                          </m:ctrlPr>
                        </m:naryPr>
                        <m:sub>
                          <m:r>
                            <m:rPr>
                              <m:brk m:alnAt="23"/>
                            </m:rP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𝟎</m:t>
                          </m:r>
                        </m:sub>
                        <m:sup>
                          <m:r>
                            <a:rPr lang="en-US" b="1" i="1">
                              <a:latin typeface="Cambria Math" panose="02040503050406030204" pitchFamily="18" charset="0"/>
                            </a:rPr>
                            <m:t>𝒏</m:t>
                          </m:r>
                        </m:sup>
                        <m:e>
                          <m:sSub>
                            <m:sSubPr>
                              <m:ctrlPr>
                                <a:rPr lang="en-GB" b="1" i="1">
                                  <a:latin typeface="Cambria Math" panose="02040503050406030204" pitchFamily="18" charset="0"/>
                                </a:rPr>
                              </m:ctrlPr>
                            </m:sSubPr>
                            <m:e>
                              <m:r>
                                <a:rPr lang="en-US" b="1" i="1">
                                  <a:latin typeface="Cambria Math" panose="02040503050406030204" pitchFamily="18" charset="0"/>
                                </a:rPr>
                                <m:t>𝒎𝒊𝒏</m:t>
                              </m:r>
                            </m:e>
                            <m:sub>
                              <m:sSub>
                                <m:sSubPr>
                                  <m:ctrlPr>
                                    <a:rPr lang="en-GB" b="1" i="1">
                                      <a:latin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𝝁</m:t>
                                  </m:r>
                                </m:e>
                                <m:sub>
                                  <m:r>
                                    <a:rPr lang="en-US" b="1" i="1">
                                      <a:latin typeface="Cambria Math" panose="02040503050406030204" pitchFamily="18" charset="0"/>
                                    </a:rPr>
                                    <m:t>𝒋</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𝑪</m:t>
                                  </m:r>
                                </m:sub>
                              </m:sSub>
                            </m:sub>
                          </m:sSub>
                          <m:sSup>
                            <m:sSupPr>
                              <m:ctrlPr>
                                <a:rPr lang="en-GB" b="1" i="1">
                                  <a:latin typeface="Cambria Math" panose="02040503050406030204" pitchFamily="18" charset="0"/>
                                </a:rPr>
                              </m:ctrlPr>
                            </m:sSupPr>
                            <m:e>
                              <m:d>
                                <m:dPr>
                                  <m:begChr m:val="|"/>
                                  <m:endChr m:val="|"/>
                                  <m:ctrlPr>
                                    <a:rPr lang="en-US" b="1" i="1">
                                      <a:latin typeface="Cambria Math" panose="02040503050406030204" pitchFamily="18" charset="0"/>
                                    </a:rPr>
                                  </m:ctrlPr>
                                </m:dPr>
                                <m:e>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𝒊</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𝝁</m:t>
                                          </m:r>
                                        </m:e>
                                        <m:sub>
                                          <m:r>
                                            <a:rPr lang="en-US" b="1" i="1">
                                              <a:latin typeface="Cambria Math" panose="02040503050406030204" pitchFamily="18" charset="0"/>
                                            </a:rPr>
                                            <m:t>𝒋</m:t>
                                          </m:r>
                                        </m:sub>
                                      </m:sSub>
                                    </m:e>
                                  </m:d>
                                </m:e>
                              </m:d>
                            </m:e>
                            <m:sup>
                              <m:r>
                                <a:rPr lang="en-US" b="1" i="1">
                                  <a:latin typeface="Cambria Math" panose="02040503050406030204" pitchFamily="18" charset="0"/>
                                </a:rPr>
                                <m:t>𝟐</m:t>
                              </m:r>
                            </m:sup>
                          </m:sSup>
                        </m:e>
                      </m:nary>
                    </m:oMath>
                  </m:oMathPara>
                </a14:m>
                <a:endParaRPr lang="en-GB" b="1" dirty="0"/>
              </a:p>
              <a:p>
                <a:pPr marL="0" indent="0">
                  <a:buNone/>
                </a:pPr>
                <a:r>
                  <a:rPr lang="en-US" dirty="0"/>
                  <a:t>where:</a:t>
                </a:r>
              </a:p>
              <a:p>
                <a:pPr marL="0" indent="0">
                  <a:buNone/>
                </a:pPr>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m:t>
                    </m:r>
                  </m:oMath>
                </a14:m>
                <a:r>
                  <a:rPr lang="en-US" dirty="0"/>
                  <a:t>is the size of your datasets (number of points)</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are the features of the </a:t>
                </a:r>
                <a:r>
                  <a:rPr lang="en-US" dirty="0" err="1"/>
                  <a:t>i-th</a:t>
                </a:r>
                <a:r>
                  <a:rPr lang="en-US" dirty="0"/>
                  <a:t> point in your dataset</a:t>
                </a:r>
              </a:p>
              <a:p>
                <a:pPr marL="0" indent="0">
                  <a:buNone/>
                </a:pPr>
                <a:r>
                  <a:rPr lang="en-US" dirty="0"/>
                  <a: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 </m:t>
                    </m:r>
                  </m:oMath>
                </a14:m>
                <a:r>
                  <a:rPr lang="en-US" dirty="0"/>
                  <a:t>is your working list of clusters</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oMath>
                </a14:m>
                <a:r>
                  <a:rPr lang="en-US" dirty="0"/>
                  <a:t> is the centroid of your j-</a:t>
                </a:r>
                <a:r>
                  <a:rPr lang="en-US" dirty="0" err="1"/>
                  <a:t>th</a:t>
                </a:r>
                <a:r>
                  <a:rPr lang="en-US" dirty="0"/>
                  <a:t> cluster</a:t>
                </a:r>
                <a:endParaRPr lang="en-GB" dirty="0"/>
              </a:p>
            </p:txBody>
          </p:sp>
        </mc:Choice>
        <mc:Fallback xmlns="">
          <p:sp>
            <p:nvSpPr>
              <p:cNvPr id="3" name="Content Placeholder 2">
                <a:extLst>
                  <a:ext uri="{FF2B5EF4-FFF2-40B4-BE49-F238E27FC236}">
                    <a16:creationId xmlns:a16="http://schemas.microsoft.com/office/drawing/2014/main" id="{B7A8771F-7462-15DC-0193-CC333D9F2233}"/>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GB">
                    <a:noFill/>
                  </a:rPr>
                  <a:t> </a:t>
                </a:r>
              </a:p>
            </p:txBody>
          </p:sp>
        </mc:Fallback>
      </mc:AlternateContent>
    </p:spTree>
    <p:extLst>
      <p:ext uri="{BB962C8B-B14F-4D97-AF65-F5344CB8AC3E}">
        <p14:creationId xmlns:p14="http://schemas.microsoft.com/office/powerpoint/2010/main" val="949069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84F00-44FC-2553-0CA3-950ECCDE80C8}"/>
              </a:ext>
            </a:extLst>
          </p:cNvPr>
          <p:cNvSpPr>
            <a:spLocks noGrp="1"/>
          </p:cNvSpPr>
          <p:nvPr>
            <p:ph type="title"/>
          </p:nvPr>
        </p:nvSpPr>
        <p:spPr/>
        <p:txBody>
          <a:bodyPr/>
          <a:lstStyle/>
          <a:p>
            <a:r>
              <a:rPr lang="en-US" dirty="0"/>
              <a:t>Inertia can be </a:t>
            </a:r>
            <a:r>
              <a:rPr lang="en-US" dirty="0" err="1"/>
              <a:t>recognised</a:t>
            </a:r>
            <a:r>
              <a:rPr lang="en-US" dirty="0"/>
              <a:t> as a measure of how internally coherent clusters are.</a:t>
            </a:r>
            <a:endParaRPr lang="en-GB" dirty="0"/>
          </a:p>
        </p:txBody>
      </p:sp>
      <p:sp>
        <p:nvSpPr>
          <p:cNvPr id="3" name="Content Placeholder 2">
            <a:extLst>
              <a:ext uri="{FF2B5EF4-FFF2-40B4-BE49-F238E27FC236}">
                <a16:creationId xmlns:a16="http://schemas.microsoft.com/office/drawing/2014/main" id="{99BC3B97-1B8E-9E5B-DE1D-6EA64E80F9BD}"/>
              </a:ext>
            </a:extLst>
          </p:cNvPr>
          <p:cNvSpPr>
            <a:spLocks noGrp="1"/>
          </p:cNvSpPr>
          <p:nvPr>
            <p:ph idx="1"/>
          </p:nvPr>
        </p:nvSpPr>
        <p:spPr>
          <a:xfrm>
            <a:off x="838200" y="1886645"/>
            <a:ext cx="5434263" cy="4351338"/>
          </a:xfrm>
        </p:spPr>
        <p:txBody>
          <a:bodyPr/>
          <a:lstStyle/>
          <a:p>
            <a:pPr marL="514350" indent="-514350">
              <a:buAutoNum type="arabicPeriod"/>
            </a:pPr>
            <a:r>
              <a:rPr lang="en-US" dirty="0"/>
              <a:t>What assumptions does Inertia make about the structure of a cluster?</a:t>
            </a:r>
          </a:p>
          <a:p>
            <a:pPr marL="514350" indent="-514350">
              <a:buAutoNum type="arabicPeriod"/>
            </a:pPr>
            <a:r>
              <a:rPr lang="en-US" dirty="0"/>
              <a:t>What disadvantages might happen clustering based on inertia if your data is high dimensional?</a:t>
            </a:r>
            <a:endParaRPr lang="en-GB"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1D81D7-36C0-AEEC-C822-4ADCF66C9ACF}"/>
                  </a:ext>
                </a:extLst>
              </p:cNvPr>
              <p:cNvSpPr txBox="1"/>
              <p:nvPr/>
            </p:nvSpPr>
            <p:spPr>
              <a:xfrm>
                <a:off x="6721641" y="2795685"/>
                <a:ext cx="4780547" cy="12666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GB" sz="2800" b="1" i="1" smtClean="0">
                              <a:latin typeface="Cambria Math" panose="02040503050406030204" pitchFamily="18" charset="0"/>
                            </a:rPr>
                          </m:ctrlPr>
                        </m:naryPr>
                        <m:sub>
                          <m:r>
                            <m:rPr>
                              <m:brk m:alnAt="23"/>
                            </m:rPr>
                            <a:rPr lang="en-US" sz="2800" b="1" i="1">
                              <a:latin typeface="Cambria Math" panose="02040503050406030204" pitchFamily="18" charset="0"/>
                            </a:rPr>
                            <m:t>𝒊</m:t>
                          </m:r>
                          <m:r>
                            <a:rPr lang="en-US" sz="2800" b="1" i="1">
                              <a:latin typeface="Cambria Math" panose="02040503050406030204" pitchFamily="18" charset="0"/>
                            </a:rPr>
                            <m:t>=</m:t>
                          </m:r>
                          <m:r>
                            <a:rPr lang="en-US" sz="2800" b="1" i="1">
                              <a:latin typeface="Cambria Math" panose="02040503050406030204" pitchFamily="18" charset="0"/>
                            </a:rPr>
                            <m:t>𝟎</m:t>
                          </m:r>
                        </m:sub>
                        <m:sup>
                          <m:r>
                            <a:rPr lang="en-US" sz="2800" b="1" i="1">
                              <a:latin typeface="Cambria Math" panose="02040503050406030204" pitchFamily="18" charset="0"/>
                            </a:rPr>
                            <m:t>𝒏</m:t>
                          </m:r>
                        </m:sup>
                        <m:e>
                          <m:sSub>
                            <m:sSubPr>
                              <m:ctrlPr>
                                <a:rPr lang="en-GB" sz="2800" b="1" i="1">
                                  <a:latin typeface="Cambria Math" panose="02040503050406030204" pitchFamily="18" charset="0"/>
                                </a:rPr>
                              </m:ctrlPr>
                            </m:sSubPr>
                            <m:e>
                              <m:r>
                                <a:rPr lang="en-US" sz="2800" b="1" i="1">
                                  <a:latin typeface="Cambria Math" panose="02040503050406030204" pitchFamily="18" charset="0"/>
                                </a:rPr>
                                <m:t>𝒎𝒊𝒏</m:t>
                              </m:r>
                            </m:e>
                            <m:sub>
                              <m:sSub>
                                <m:sSubPr>
                                  <m:ctrlPr>
                                    <a:rPr lang="en-GB" sz="2800" b="1" i="1">
                                      <a:latin typeface="Cambria Math" panose="02040503050406030204" pitchFamily="18" charset="0"/>
                                    </a:rPr>
                                  </m:ctrlPr>
                                </m:sSubPr>
                                <m:e>
                                  <m:r>
                                    <a:rPr lang="en-GB" sz="2800" b="1" i="1">
                                      <a:latin typeface="Cambria Math" panose="02040503050406030204" pitchFamily="18" charset="0"/>
                                      <a:ea typeface="Cambria Math" panose="02040503050406030204" pitchFamily="18" charset="0"/>
                                    </a:rPr>
                                    <m:t>𝝁</m:t>
                                  </m:r>
                                </m:e>
                                <m:sub>
                                  <m:r>
                                    <a:rPr lang="en-US" sz="2800" b="1" i="1">
                                      <a:latin typeface="Cambria Math" panose="02040503050406030204" pitchFamily="18" charset="0"/>
                                    </a:rPr>
                                    <m:t>𝒋</m:t>
                                  </m:r>
                                  <m:r>
                                    <a:rPr lang="en-US" sz="2800" b="1" i="1">
                                      <a:latin typeface="Cambria Math" panose="02040503050406030204" pitchFamily="18" charset="0"/>
                                      <a:ea typeface="Cambria Math" panose="02040503050406030204" pitchFamily="18" charset="0"/>
                                    </a:rPr>
                                    <m:t>∈</m:t>
                                  </m:r>
                                  <m:r>
                                    <a:rPr lang="en-US" sz="2800" b="1" i="1">
                                      <a:latin typeface="Cambria Math" panose="02040503050406030204" pitchFamily="18" charset="0"/>
                                      <a:ea typeface="Cambria Math" panose="02040503050406030204" pitchFamily="18" charset="0"/>
                                    </a:rPr>
                                    <m:t>𝑪</m:t>
                                  </m:r>
                                </m:sub>
                              </m:sSub>
                            </m:sub>
                          </m:sSub>
                          <m:sSup>
                            <m:sSupPr>
                              <m:ctrlPr>
                                <a:rPr lang="en-GB" sz="2800" b="1" i="1">
                                  <a:latin typeface="Cambria Math" panose="02040503050406030204" pitchFamily="18" charset="0"/>
                                </a:rPr>
                              </m:ctrlPr>
                            </m:sSupPr>
                            <m:e>
                              <m:d>
                                <m:dPr>
                                  <m:begChr m:val="|"/>
                                  <m:endChr m:val="|"/>
                                  <m:ctrlPr>
                                    <a:rPr lang="en-US" sz="2800" b="1" i="1">
                                      <a:latin typeface="Cambria Math" panose="02040503050406030204" pitchFamily="18" charset="0"/>
                                    </a:rPr>
                                  </m:ctrlPr>
                                </m:dPr>
                                <m:e>
                                  <m:d>
                                    <m:dPr>
                                      <m:begChr m:val="|"/>
                                      <m:endChr m:val="|"/>
                                      <m:ctrlPr>
                                        <a:rPr lang="en-US" sz="2800" b="1" i="1">
                                          <a:latin typeface="Cambria Math" panose="02040503050406030204" pitchFamily="18" charset="0"/>
                                        </a:rPr>
                                      </m:ctrlPr>
                                    </m:dPr>
                                    <m:e>
                                      <m:sSub>
                                        <m:sSubPr>
                                          <m:ctrlPr>
                                            <a:rPr lang="en-US" sz="2800" b="1" i="1">
                                              <a:latin typeface="Cambria Math" panose="02040503050406030204" pitchFamily="18" charset="0"/>
                                            </a:rPr>
                                          </m:ctrlPr>
                                        </m:sSubPr>
                                        <m:e>
                                          <m:r>
                                            <a:rPr lang="en-US" sz="2800" b="1" i="1">
                                              <a:latin typeface="Cambria Math" panose="02040503050406030204" pitchFamily="18" charset="0"/>
                                            </a:rPr>
                                            <m:t>𝒙</m:t>
                                          </m:r>
                                        </m:e>
                                        <m:sub>
                                          <m:r>
                                            <a:rPr lang="en-US" sz="2800" b="1" i="1">
                                              <a:latin typeface="Cambria Math" panose="02040503050406030204" pitchFamily="18" charset="0"/>
                                            </a:rPr>
                                            <m:t>𝒊</m:t>
                                          </m:r>
                                        </m:sub>
                                      </m:sSub>
                                      <m:r>
                                        <a:rPr lang="en-US" sz="2800" b="1" i="1">
                                          <a:latin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ea typeface="Cambria Math" panose="02040503050406030204" pitchFamily="18" charset="0"/>
                                            </a:rPr>
                                            <m:t>𝝁</m:t>
                                          </m:r>
                                        </m:e>
                                        <m:sub>
                                          <m:r>
                                            <a:rPr lang="en-US" sz="2800" b="1" i="1">
                                              <a:latin typeface="Cambria Math" panose="02040503050406030204" pitchFamily="18" charset="0"/>
                                            </a:rPr>
                                            <m:t>𝒋</m:t>
                                          </m:r>
                                        </m:sub>
                                      </m:sSub>
                                    </m:e>
                                  </m:d>
                                </m:e>
                              </m:d>
                            </m:e>
                            <m:sup>
                              <m:r>
                                <a:rPr lang="en-US" sz="2800" b="1" i="1">
                                  <a:latin typeface="Cambria Math" panose="02040503050406030204" pitchFamily="18" charset="0"/>
                                </a:rPr>
                                <m:t>𝟐</m:t>
                              </m:r>
                            </m:sup>
                          </m:sSup>
                        </m:e>
                      </m:nary>
                    </m:oMath>
                  </m:oMathPara>
                </a14:m>
                <a:endParaRPr lang="en-GB" sz="2800" dirty="0"/>
              </a:p>
            </p:txBody>
          </p:sp>
        </mc:Choice>
        <mc:Fallback xmlns="">
          <p:sp>
            <p:nvSpPr>
              <p:cNvPr id="5" name="TextBox 4">
                <a:extLst>
                  <a:ext uri="{FF2B5EF4-FFF2-40B4-BE49-F238E27FC236}">
                    <a16:creationId xmlns:a16="http://schemas.microsoft.com/office/drawing/2014/main" id="{C21D81D7-36C0-AEEC-C822-4ADCF66C9ACF}"/>
                  </a:ext>
                </a:extLst>
              </p:cNvPr>
              <p:cNvSpPr txBox="1">
                <a:spLocks noRot="1" noChangeAspect="1" noMove="1" noResize="1" noEditPoints="1" noAdjustHandles="1" noChangeArrowheads="1" noChangeShapeType="1" noTextEdit="1"/>
              </p:cNvSpPr>
              <p:nvPr/>
            </p:nvSpPr>
            <p:spPr>
              <a:xfrm>
                <a:off x="6721641" y="2795685"/>
                <a:ext cx="4780547" cy="1266629"/>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5613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4B2B19-A0DA-06DB-E62B-525B8CD94C29}"/>
              </a:ext>
            </a:extLst>
          </p:cNvPr>
          <p:cNvSpPr>
            <a:spLocks noGrp="1"/>
          </p:cNvSpPr>
          <p:nvPr>
            <p:ph idx="1"/>
          </p:nvPr>
        </p:nvSpPr>
        <p:spPr>
          <a:xfrm>
            <a:off x="838200" y="529389"/>
            <a:ext cx="10515600" cy="5647574"/>
          </a:xfrm>
        </p:spPr>
        <p:txBody>
          <a:bodyPr>
            <a:normAutofit/>
          </a:bodyPr>
          <a:lstStyle/>
          <a:p>
            <a:pPr marL="0" indent="0">
              <a:buNone/>
            </a:pPr>
            <a:r>
              <a:rPr lang="en-US" dirty="0"/>
              <a:t>Inertia assumes that clusters are:</a:t>
            </a:r>
          </a:p>
          <a:p>
            <a:pPr marL="514350" indent="-514350">
              <a:buAutoNum type="arabicPeriod"/>
            </a:pPr>
            <a:r>
              <a:rPr lang="en-US" b="1" dirty="0"/>
              <a:t>convex</a:t>
            </a:r>
            <a:r>
              <a:rPr lang="en-US" dirty="0"/>
              <a:t> (if you can draw a </a:t>
            </a:r>
            <a:r>
              <a:rPr lang="en-US" dirty="0" err="1"/>
              <a:t>stright</a:t>
            </a:r>
            <a:r>
              <a:rPr lang="en-US" dirty="0"/>
              <a:t> line between any two points within the cluster and the entire line remains inside the cluster) and</a:t>
            </a:r>
          </a:p>
          <a:p>
            <a:pPr marL="514350" indent="-514350">
              <a:buAutoNum type="arabicPeriod"/>
            </a:pPr>
            <a:r>
              <a:rPr lang="en-US" b="1" dirty="0"/>
              <a:t>isotropic</a:t>
            </a:r>
            <a:r>
              <a:rPr lang="en-US" dirty="0"/>
              <a:t> (uniform in all directions, so in our case assuming the clusters are spherical), which is not always the case. It responds poorly to elongated clusters, or manifolds with irregular shapes.</a:t>
            </a:r>
          </a:p>
          <a:p>
            <a:pPr marL="0" indent="0">
              <a:buNone/>
            </a:pPr>
            <a:endParaRPr lang="en-US" dirty="0"/>
          </a:p>
          <a:p>
            <a:pPr marL="0" indent="0">
              <a:buNone/>
            </a:pPr>
            <a:r>
              <a:rPr lang="en-US" dirty="0"/>
              <a:t>Inertia is not a normalized metric: we just know that lower values are better and zero is optimal. But in very high-dimensional spaces, Euclidean distances tend to become inflated (this is an instance of the so-called “curse of dimensionality”).</a:t>
            </a:r>
          </a:p>
          <a:p>
            <a:pPr marL="0" indent="0">
              <a:buNone/>
            </a:pPr>
            <a:endParaRPr lang="en-GB" dirty="0"/>
          </a:p>
        </p:txBody>
      </p:sp>
    </p:spTree>
    <p:extLst>
      <p:ext uri="{BB962C8B-B14F-4D97-AF65-F5344CB8AC3E}">
        <p14:creationId xmlns:p14="http://schemas.microsoft.com/office/powerpoint/2010/main" val="1231290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7CAE23DC-8EDA-5A8F-B02A-735608AFB3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28146" y="44116"/>
            <a:ext cx="5367539" cy="41605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F8EBEF9-231B-0084-37DD-D1DBA2D2031D}"/>
              </a:ext>
            </a:extLst>
          </p:cNvPr>
          <p:cNvSpPr txBox="1"/>
          <p:nvPr/>
        </p:nvSpPr>
        <p:spPr>
          <a:xfrm>
            <a:off x="332146" y="1077650"/>
            <a:ext cx="6096000" cy="1107996"/>
          </a:xfrm>
          <a:prstGeom prst="rect">
            <a:avLst/>
          </a:prstGeom>
          <a:noFill/>
        </p:spPr>
        <p:txBody>
          <a:bodyPr wrap="square">
            <a:spAutoFit/>
          </a:bodyPr>
          <a:lstStyle/>
          <a:p>
            <a:r>
              <a:rPr lang="en-US" sz="2200" b="1" dirty="0"/>
              <a:t>1. convex</a:t>
            </a:r>
            <a:r>
              <a:rPr lang="en-US" sz="2200" dirty="0"/>
              <a:t> (if you can draw a straight line between any two points within the cluster and the entire line remains inside the cluster)</a:t>
            </a:r>
          </a:p>
        </p:txBody>
      </p:sp>
      <p:sp>
        <p:nvSpPr>
          <p:cNvPr id="7" name="TextBox 6">
            <a:extLst>
              <a:ext uri="{FF2B5EF4-FFF2-40B4-BE49-F238E27FC236}">
                <a16:creationId xmlns:a16="http://schemas.microsoft.com/office/drawing/2014/main" id="{3CB59871-2817-E16B-E297-E772F748A8BC}"/>
              </a:ext>
            </a:extLst>
          </p:cNvPr>
          <p:cNvSpPr txBox="1"/>
          <p:nvPr/>
        </p:nvSpPr>
        <p:spPr>
          <a:xfrm>
            <a:off x="6341419" y="4355249"/>
            <a:ext cx="5309887" cy="2123658"/>
          </a:xfrm>
          <a:prstGeom prst="rect">
            <a:avLst/>
          </a:prstGeom>
          <a:noFill/>
        </p:spPr>
        <p:txBody>
          <a:bodyPr wrap="square">
            <a:spAutoFit/>
          </a:bodyPr>
          <a:lstStyle/>
          <a:p>
            <a:r>
              <a:rPr lang="en-US" sz="2200" b="1" dirty="0"/>
              <a:t>2. isotropic</a:t>
            </a:r>
            <a:r>
              <a:rPr lang="en-US" sz="2200" dirty="0"/>
              <a:t> (uniform in all directions, so in our case assuming the clusters are spherical), which is not always the case. It responds poorly to elongated clusters, or manifolds with irregular shapes.</a:t>
            </a:r>
          </a:p>
          <a:p>
            <a:pPr marL="0" indent="0">
              <a:buNone/>
            </a:pPr>
            <a:endParaRPr lang="en-US" sz="2200" dirty="0"/>
          </a:p>
        </p:txBody>
      </p:sp>
      <p:sp>
        <p:nvSpPr>
          <p:cNvPr id="11" name="TextBox 10">
            <a:extLst>
              <a:ext uri="{FF2B5EF4-FFF2-40B4-BE49-F238E27FC236}">
                <a16:creationId xmlns:a16="http://schemas.microsoft.com/office/drawing/2014/main" id="{EC74132F-D154-3EE0-36BF-9D4400AFC67F}"/>
              </a:ext>
            </a:extLst>
          </p:cNvPr>
          <p:cNvSpPr txBox="1"/>
          <p:nvPr/>
        </p:nvSpPr>
        <p:spPr>
          <a:xfrm>
            <a:off x="332146" y="448350"/>
            <a:ext cx="6096000" cy="369332"/>
          </a:xfrm>
          <a:prstGeom prst="rect">
            <a:avLst/>
          </a:prstGeom>
          <a:noFill/>
        </p:spPr>
        <p:txBody>
          <a:bodyPr wrap="square">
            <a:spAutoFit/>
          </a:bodyPr>
          <a:lstStyle/>
          <a:p>
            <a:r>
              <a:rPr lang="en-US" sz="1800" u="sng" dirty="0"/>
              <a:t>Inertia Assumes that Clusters are: </a:t>
            </a:r>
            <a:endParaRPr lang="en-GB" dirty="0"/>
          </a:p>
        </p:txBody>
      </p:sp>
      <p:pic>
        <p:nvPicPr>
          <p:cNvPr id="3082" name="Picture 10">
            <a:extLst>
              <a:ext uri="{FF2B5EF4-FFF2-40B4-BE49-F238E27FC236}">
                <a16:creationId xmlns:a16="http://schemas.microsoft.com/office/drawing/2014/main" id="{F7339C17-7902-F83D-8A88-4BA57786D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505" y="2413084"/>
            <a:ext cx="54673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00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13C80-0258-A5C7-9D00-F832FE17E786}"/>
              </a:ext>
            </a:extLst>
          </p:cNvPr>
          <p:cNvSpPr>
            <a:spLocks noGrp="1"/>
          </p:cNvSpPr>
          <p:nvPr>
            <p:ph type="title"/>
          </p:nvPr>
        </p:nvSpPr>
        <p:spPr/>
        <p:txBody>
          <a:bodyPr/>
          <a:lstStyle/>
          <a:p>
            <a:r>
              <a:rPr lang="en-US" dirty="0"/>
              <a:t>How do you choose “k”?</a:t>
            </a:r>
            <a:endParaRPr lang="en-GB" dirty="0"/>
          </a:p>
        </p:txBody>
      </p:sp>
      <p:sp>
        <p:nvSpPr>
          <p:cNvPr id="3" name="Content Placeholder 2">
            <a:extLst>
              <a:ext uri="{FF2B5EF4-FFF2-40B4-BE49-F238E27FC236}">
                <a16:creationId xmlns:a16="http://schemas.microsoft.com/office/drawing/2014/main" id="{26373A54-5659-4325-1B07-0775D1A47A21}"/>
              </a:ext>
            </a:extLst>
          </p:cNvPr>
          <p:cNvSpPr>
            <a:spLocks noGrp="1"/>
          </p:cNvSpPr>
          <p:nvPr>
            <p:ph idx="1"/>
          </p:nvPr>
        </p:nvSpPr>
        <p:spPr/>
        <p:txBody>
          <a:bodyPr/>
          <a:lstStyle/>
          <a:p>
            <a:pPr>
              <a:buFont typeface="Wingdings" panose="05000000000000000000" pitchFamily="2" charset="2"/>
              <a:buChar char="Ø"/>
            </a:pPr>
            <a:r>
              <a:rPr lang="en-US" dirty="0"/>
              <a:t>Being able to choose "k" your number of clusters, is a double edged sword. </a:t>
            </a:r>
          </a:p>
          <a:p>
            <a:pPr>
              <a:buFont typeface="Wingdings" panose="05000000000000000000" pitchFamily="2" charset="2"/>
              <a:buChar char="Ø"/>
            </a:pPr>
            <a:r>
              <a:rPr lang="en-US" dirty="0"/>
              <a:t>When you have external insight (usually contextual knowledge about the data, it's not often likely your data is low enough dimension for you to be able to eyeball clusters) where you want to steer your model, picking a reasonable value of k can be useful. </a:t>
            </a:r>
          </a:p>
          <a:p>
            <a:pPr>
              <a:buFont typeface="Wingdings" panose="05000000000000000000" pitchFamily="2" charset="2"/>
              <a:buChar char="Ø"/>
            </a:pPr>
            <a:r>
              <a:rPr lang="en-US" dirty="0"/>
              <a:t>When you don't have that insight, making a sensible choice for "k" can be tricky! Some other algorithms such as "DBSCAN" do not let you pick a number of clusters.</a:t>
            </a:r>
          </a:p>
          <a:p>
            <a:pPr>
              <a:buFont typeface="Wingdings" panose="05000000000000000000" pitchFamily="2" charset="2"/>
              <a:buChar char="Ø"/>
            </a:pPr>
            <a:r>
              <a:rPr lang="en-US" dirty="0"/>
              <a:t>One method is using something called a </a:t>
            </a:r>
            <a:r>
              <a:rPr lang="en-US" b="1" i="1" dirty="0"/>
              <a:t>“Silhouette Score”</a:t>
            </a:r>
            <a:endParaRPr lang="en-GB" b="1" i="1" dirty="0"/>
          </a:p>
        </p:txBody>
      </p:sp>
    </p:spTree>
    <p:extLst>
      <p:ext uri="{BB962C8B-B14F-4D97-AF65-F5344CB8AC3E}">
        <p14:creationId xmlns:p14="http://schemas.microsoft.com/office/powerpoint/2010/main" val="2013000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7AD7B5-5604-30B3-5C0D-278043A0F6F7}"/>
                  </a:ext>
                </a:extLst>
              </p:cNvPr>
              <p:cNvSpPr>
                <a:spLocks noGrp="1"/>
              </p:cNvSpPr>
              <p:nvPr>
                <p:ph idx="1"/>
              </p:nvPr>
            </p:nvSpPr>
            <p:spPr>
              <a:xfrm>
                <a:off x="515352" y="267117"/>
                <a:ext cx="11161295" cy="6323765"/>
              </a:xfrm>
            </p:spPr>
            <p:txBody>
              <a:bodyPr>
                <a:normAutofit fontScale="92500" lnSpcReduction="10000"/>
              </a:bodyPr>
              <a:lstStyle/>
              <a:p>
                <a:pPr>
                  <a:buFont typeface="Wingdings" panose="05000000000000000000" pitchFamily="2" charset="2"/>
                  <a:buChar char="Ø"/>
                </a:pPr>
                <a:r>
                  <a:rPr lang="en-US" dirty="0"/>
                  <a:t>Calculate the average distance to all the other points in the same cluster (this is referred to as the "cohesion")</a:t>
                </a:r>
              </a:p>
              <a:p>
                <a:pPr>
                  <a:buFont typeface="Wingdings" panose="05000000000000000000" pitchFamily="2" charset="2"/>
                  <a:buChar char="Ø"/>
                </a:pPr>
                <a:r>
                  <a:rPr lang="en-US" dirty="0"/>
                  <a:t>For the same point calculate the average distance to all points in the nearest </a:t>
                </a:r>
                <a:r>
                  <a:rPr lang="en-US" dirty="0" err="1"/>
                  <a:t>neighbouring</a:t>
                </a:r>
                <a:r>
                  <a:rPr lang="en-US" dirty="0"/>
                  <a:t> cluster (this is called the "</a:t>
                </a:r>
                <a:r>
                  <a:rPr lang="en-US" dirty="0" err="1"/>
                  <a:t>seperation</a:t>
                </a:r>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𝑆𝑖𝑙h𝑜𝑢𝑒𝑡𝑡𝑒</m:t>
                      </m:r>
                      <m:r>
                        <a:rPr lang="en-US" b="0" i="1" smtClean="0">
                          <a:latin typeface="Cambria Math" panose="02040503050406030204" pitchFamily="18" charset="0"/>
                        </a:rPr>
                        <m:t> </m:t>
                      </m:r>
                      <m:r>
                        <a:rPr lang="en-US" b="0" i="1" smtClean="0">
                          <a:latin typeface="Cambria Math" panose="02040503050406030204" pitchFamily="18" charset="0"/>
                        </a:rPr>
                        <m:t>𝑠𝑐𝑜𝑟𝑒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𝑠𝑒𝑝𝑒𝑟𝑎𝑡𝑖𝑜𝑛</m:t>
                          </m:r>
                          <m:r>
                            <a:rPr lang="en-US" b="0" i="1" smtClean="0">
                              <a:latin typeface="Cambria Math" panose="02040503050406030204" pitchFamily="18" charset="0"/>
                            </a:rPr>
                            <m:t>−</m:t>
                          </m:r>
                          <m:r>
                            <a:rPr lang="en-US" b="0" i="1" smtClean="0">
                              <a:latin typeface="Cambria Math" panose="02040503050406030204" pitchFamily="18" charset="0"/>
                            </a:rPr>
                            <m:t>𝑐𝑜h𝑒𝑠𝑖𝑜𝑛</m:t>
                          </m:r>
                          <m:r>
                            <a:rPr lang="en-US" b="0" i="1" smtClean="0">
                              <a:latin typeface="Cambria Math" panose="02040503050406030204" pitchFamily="18" charset="0"/>
                            </a:rPr>
                            <m:t>)</m:t>
                          </m:r>
                        </m:num>
                        <m:den>
                          <m:r>
                            <m:rPr>
                              <m:sty m:val="p"/>
                            </m:rPr>
                            <a:rPr lang="en-US" b="0" i="0" smtClean="0">
                              <a:latin typeface="Cambria Math" panose="02040503050406030204" pitchFamily="18" charset="0"/>
                            </a:rPr>
                            <m:t>max</m:t>
                          </m:r>
                          <m:r>
                            <a:rPr lang="en-US" b="0" i="1" smtClean="0">
                              <a:latin typeface="Cambria Math" panose="02040503050406030204" pitchFamily="18" charset="0"/>
                            </a:rPr>
                            <m:t>⁡(</m:t>
                          </m:r>
                          <m:r>
                            <a:rPr lang="en-US" b="0" i="1" smtClean="0">
                              <a:latin typeface="Cambria Math" panose="02040503050406030204" pitchFamily="18" charset="0"/>
                            </a:rPr>
                            <m:t>𝑠𝑒𝑝𝑒𝑟𝑎𝑡𝑖𝑜𝑛</m:t>
                          </m:r>
                          <m:r>
                            <a:rPr lang="en-US" b="0" i="1" smtClean="0">
                              <a:latin typeface="Cambria Math" panose="02040503050406030204" pitchFamily="18" charset="0"/>
                            </a:rPr>
                            <m:t>, </m:t>
                          </m:r>
                          <m:r>
                            <a:rPr lang="en-US" b="0" i="1" smtClean="0">
                              <a:latin typeface="Cambria Math" panose="02040503050406030204" pitchFamily="18" charset="0"/>
                            </a:rPr>
                            <m:t>𝑐𝑜h𝑒𝑠𝑖𝑜𝑛</m:t>
                          </m:r>
                          <m:r>
                            <a:rPr lang="en-US" b="0" i="1" smtClean="0">
                              <a:latin typeface="Cambria Math" panose="02040503050406030204" pitchFamily="18" charset="0"/>
                            </a:rPr>
                            <m:t>)</m:t>
                          </m:r>
                        </m:den>
                      </m:f>
                      <m:r>
                        <a:rPr lang="en-US" b="0" i="1" smtClean="0">
                          <a:latin typeface="Cambria Math" panose="02040503050406030204" pitchFamily="18" charset="0"/>
                        </a:rPr>
                        <m:t>.</m:t>
                      </m:r>
                    </m:oMath>
                  </m:oMathPara>
                </a14:m>
                <a:endParaRPr lang="en-US" dirty="0"/>
              </a:p>
              <a:p>
                <a:pPr>
                  <a:buFont typeface="Wingdings" panose="05000000000000000000" pitchFamily="2" charset="2"/>
                  <a:buChar char="Ø"/>
                </a:pPr>
                <a:r>
                  <a:rPr lang="en-US" dirty="0"/>
                  <a:t>If a point is well placed in a cluster, then it's cohesion will be much smaller than the </a:t>
                </a:r>
                <a:r>
                  <a:rPr lang="en-US" dirty="0" err="1"/>
                  <a:t>seperation</a:t>
                </a:r>
                <a:r>
                  <a:rPr lang="en-US" dirty="0"/>
                  <a:t> which means: </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𝑆𝑖𝑙𝑜h𝑢𝑒𝑡𝑡𝑒</m:t>
                      </m:r>
                      <m:r>
                        <a:rPr lang="en-US" i="1">
                          <a:latin typeface="Cambria Math" panose="02040503050406030204" pitchFamily="18" charset="0"/>
                        </a:rPr>
                        <m:t> </m:t>
                      </m:r>
                      <m:r>
                        <a:rPr lang="en-US" i="1">
                          <a:latin typeface="Cambria Math" panose="02040503050406030204" pitchFamily="18" charset="0"/>
                        </a:rPr>
                        <m:t>𝑠𝑐𝑜𝑟𝑒</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𝑠𝑒𝑝𝑒𝑟𝑎𝑡𝑖𝑜𝑛</m:t>
                          </m:r>
                        </m:num>
                        <m:den>
                          <m:r>
                            <a:rPr lang="en-US" i="1">
                              <a:latin typeface="Cambria Math" panose="02040503050406030204" pitchFamily="18" charset="0"/>
                            </a:rPr>
                            <m:t>𝑠𝑒𝑝𝑒𝑟𝑎𝑡𝑖𝑜𝑛</m:t>
                          </m:r>
                        </m:den>
                      </m:f>
                      <m:r>
                        <a:rPr lang="en-US" i="1">
                          <a:latin typeface="Cambria Math" panose="02040503050406030204" pitchFamily="18" charset="0"/>
                        </a:rPr>
                        <m:t>=1.</m:t>
                      </m:r>
                    </m:oMath>
                  </m:oMathPara>
                </a14:m>
                <a:endParaRPr lang="en-US" dirty="0"/>
              </a:p>
              <a:p>
                <a:pPr>
                  <a:buFont typeface="Wingdings" panose="05000000000000000000" pitchFamily="2" charset="2"/>
                  <a:buChar char="Ø"/>
                </a:pPr>
                <a:r>
                  <a:rPr lang="en-US" dirty="0"/>
                  <a:t>If a point is on the edge of a sensible cluster, then </a:t>
                </a:r>
                <a:r>
                  <a:rPr lang="en-US" dirty="0" err="1"/>
                  <a:t>seperation</a:t>
                </a:r>
                <a:r>
                  <a:rPr lang="en-US" dirty="0"/>
                  <a:t> and cohesion might be quite close to each other:</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𝑆𝑖𝑙𝑜h𝑢𝑒𝑡𝑡𝑒</m:t>
                      </m:r>
                      <m:r>
                        <a:rPr lang="en-US" i="1">
                          <a:latin typeface="Cambria Math" panose="02040503050406030204" pitchFamily="18" charset="0"/>
                        </a:rPr>
                        <m:t> </m:t>
                      </m:r>
                      <m:r>
                        <a:rPr lang="en-US" i="1">
                          <a:latin typeface="Cambria Math" panose="02040503050406030204" pitchFamily="18" charset="0"/>
                        </a:rPr>
                        <m:t>𝑠𝑐𝑜𝑟𝑒</m:t>
                      </m:r>
                      <m:r>
                        <a:rPr lang="en-US" i="1">
                          <a:latin typeface="Cambria Math" panose="02040503050406030204" pitchFamily="18" charset="0"/>
                        </a:rPr>
                        <m:t>∼0.</m:t>
                      </m:r>
                    </m:oMath>
                  </m:oMathPara>
                </a14:m>
                <a:endParaRPr lang="en-US" dirty="0"/>
              </a:p>
              <a:p>
                <a:pPr>
                  <a:buFont typeface="Wingdings" panose="05000000000000000000" pitchFamily="2" charset="2"/>
                  <a:buChar char="Ø"/>
                </a:pPr>
                <a:r>
                  <a:rPr lang="en-US" dirty="0"/>
                  <a:t>If a point is in the wrong cluster, then the cohesion will be larger than the </a:t>
                </a:r>
                <a:r>
                  <a:rPr lang="en-US" dirty="0" err="1"/>
                  <a:t>seperation</a:t>
                </a:r>
                <a:r>
                  <a:rPr lang="en-US" dirty="0"/>
                  <a:t> which means: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𝑆𝑖𝑙𝑜h𝑢𝑒𝑡𝑡𝑒</m:t>
                      </m:r>
                      <m:r>
                        <a:rPr lang="en-US" i="1">
                          <a:latin typeface="Cambria Math" panose="02040503050406030204" pitchFamily="18" charset="0"/>
                        </a:rPr>
                        <m:t> </m:t>
                      </m:r>
                      <m:r>
                        <a:rPr lang="en-US" i="1">
                          <a:latin typeface="Cambria Math" panose="02040503050406030204" pitchFamily="18" charset="0"/>
                        </a:rPr>
                        <m:t>𝑠𝑐𝑜𝑟𝑒</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𝑠𝑒𝑝𝑒𝑟𝑎𝑡𝑖𝑜𝑛</m:t>
                          </m:r>
                        </m:num>
                        <m:den>
                          <m:r>
                            <a:rPr lang="en-US" i="1">
                              <a:latin typeface="Cambria Math" panose="02040503050406030204" pitchFamily="18" charset="0"/>
                            </a:rPr>
                            <m:t>𝑐𝑜h𝑒𝑠𝑖𝑜𝑛</m:t>
                          </m:r>
                        </m:den>
                      </m:f>
                      <m:r>
                        <a:rPr lang="en-US" i="1">
                          <a:latin typeface="Cambria Math" panose="02040503050406030204" pitchFamily="18" charset="0"/>
                        </a:rPr>
                        <m:t>−1&lt;0.</m:t>
                      </m:r>
                    </m:oMath>
                  </m:oMathPara>
                </a14:m>
                <a:endParaRPr lang="en-US" dirty="0"/>
              </a:p>
              <a:p>
                <a:pPr marL="0" indent="0">
                  <a:buNone/>
                </a:pPr>
                <a:endParaRPr lang="en-GB"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endParaRPr lang="en-GB" dirty="0"/>
              </a:p>
            </p:txBody>
          </p:sp>
        </mc:Choice>
        <mc:Fallback xmlns="">
          <p:sp>
            <p:nvSpPr>
              <p:cNvPr id="3" name="Content Placeholder 2">
                <a:extLst>
                  <a:ext uri="{FF2B5EF4-FFF2-40B4-BE49-F238E27FC236}">
                    <a16:creationId xmlns:a16="http://schemas.microsoft.com/office/drawing/2014/main" id="{497AD7B5-5604-30B3-5C0D-278043A0F6F7}"/>
                  </a:ext>
                </a:extLst>
              </p:cNvPr>
              <p:cNvSpPr>
                <a:spLocks noGrp="1" noRot="1" noChangeAspect="1" noMove="1" noResize="1" noEditPoints="1" noAdjustHandles="1" noChangeArrowheads="1" noChangeShapeType="1" noTextEdit="1"/>
              </p:cNvSpPr>
              <p:nvPr>
                <p:ph idx="1"/>
              </p:nvPr>
            </p:nvSpPr>
            <p:spPr>
              <a:xfrm>
                <a:off x="515352" y="267117"/>
                <a:ext cx="11161295" cy="6323765"/>
              </a:xfrm>
              <a:blipFill>
                <a:blip r:embed="rId2"/>
                <a:stretch>
                  <a:fillRect l="-874" t="-1929" r="-109"/>
                </a:stretch>
              </a:blipFill>
            </p:spPr>
            <p:txBody>
              <a:bodyPr/>
              <a:lstStyle/>
              <a:p>
                <a:r>
                  <a:rPr lang="en-GB">
                    <a:noFill/>
                  </a:rPr>
                  <a:t> </a:t>
                </a:r>
              </a:p>
            </p:txBody>
          </p:sp>
        </mc:Fallback>
      </mc:AlternateContent>
    </p:spTree>
    <p:extLst>
      <p:ext uri="{BB962C8B-B14F-4D97-AF65-F5344CB8AC3E}">
        <p14:creationId xmlns:p14="http://schemas.microsoft.com/office/powerpoint/2010/main" val="3472823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B1A6D-28E8-9517-E3D9-EF0CA7D0A360}"/>
              </a:ext>
            </a:extLst>
          </p:cNvPr>
          <p:cNvSpPr>
            <a:spLocks noGrp="1"/>
          </p:cNvSpPr>
          <p:nvPr>
            <p:ph type="title"/>
          </p:nvPr>
        </p:nvSpPr>
        <p:spPr>
          <a:xfrm>
            <a:off x="838200" y="5274009"/>
            <a:ext cx="10515600" cy="1325563"/>
          </a:xfrm>
        </p:spPr>
        <p:txBody>
          <a:bodyPr/>
          <a:lstStyle/>
          <a:p>
            <a:r>
              <a:rPr lang="en-US" dirty="0"/>
              <a:t>Any questions on K means clustering?</a:t>
            </a:r>
            <a:endParaRPr lang="en-GB" dirty="0"/>
          </a:p>
        </p:txBody>
      </p:sp>
      <p:sp>
        <p:nvSpPr>
          <p:cNvPr id="3" name="Content Placeholder 2">
            <a:extLst>
              <a:ext uri="{FF2B5EF4-FFF2-40B4-BE49-F238E27FC236}">
                <a16:creationId xmlns:a16="http://schemas.microsoft.com/office/drawing/2014/main" id="{23D8106F-B806-8A19-53B1-0236C9237521}"/>
              </a:ext>
            </a:extLst>
          </p:cNvPr>
          <p:cNvSpPr>
            <a:spLocks noGrp="1"/>
          </p:cNvSpPr>
          <p:nvPr>
            <p:ph idx="1"/>
          </p:nvPr>
        </p:nvSpPr>
        <p:spPr>
          <a:xfrm>
            <a:off x="838200" y="670593"/>
            <a:ext cx="10515600" cy="4351338"/>
          </a:xfrm>
        </p:spPr>
        <p:txBody>
          <a:bodyPr/>
          <a:lstStyle/>
          <a:p>
            <a:pPr>
              <a:buFont typeface="Wingdings" panose="05000000000000000000" pitchFamily="2" charset="2"/>
              <a:buChar char="Ø"/>
            </a:pPr>
            <a:r>
              <a:rPr lang="en-US" dirty="0"/>
              <a:t>This tells us how to interpret our score on a given datapoint in a clustering algorithm. To evaluate the score for the entire dataset we take the average </a:t>
            </a:r>
            <a:r>
              <a:rPr lang="en-US" dirty="0" err="1"/>
              <a:t>silohuette</a:t>
            </a:r>
            <a:r>
              <a:rPr lang="en-US" dirty="0"/>
              <a:t> score for every data point.</a:t>
            </a:r>
          </a:p>
          <a:p>
            <a:pPr>
              <a:buFont typeface="Wingdings" panose="05000000000000000000" pitchFamily="2" charset="2"/>
              <a:buChar char="Ø"/>
            </a:pPr>
            <a:r>
              <a:rPr lang="en-US" dirty="0"/>
              <a:t>A score of +1 will only happen for dream datasets that don't exist in the real world. A score of around ~0.7 is excellent and anything around ~0.2 is usually deemed to be poor.</a:t>
            </a:r>
          </a:p>
          <a:p>
            <a:pPr>
              <a:buFont typeface="Wingdings" panose="05000000000000000000" pitchFamily="2" charset="2"/>
              <a:buChar char="Ø"/>
            </a:pPr>
            <a:r>
              <a:rPr lang="en-US" b="1" dirty="0"/>
              <a:t>Note</a:t>
            </a:r>
            <a:r>
              <a:rPr lang="en-US" dirty="0"/>
              <a:t> this score is clustering algorithm agnostic so can be used to evaluate any clustering algorithm!</a:t>
            </a:r>
          </a:p>
          <a:p>
            <a:pPr>
              <a:buFont typeface="Wingdings" panose="05000000000000000000" pitchFamily="2" charset="2"/>
              <a:buChar char="Ø"/>
            </a:pPr>
            <a:endParaRPr lang="en-GB" dirty="0"/>
          </a:p>
        </p:txBody>
      </p:sp>
    </p:spTree>
    <p:extLst>
      <p:ext uri="{BB962C8B-B14F-4D97-AF65-F5344CB8AC3E}">
        <p14:creationId xmlns:p14="http://schemas.microsoft.com/office/powerpoint/2010/main" val="4268001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8AF38-257D-661E-7841-912510FCDDD6}"/>
              </a:ext>
            </a:extLst>
          </p:cNvPr>
          <p:cNvSpPr>
            <a:spLocks noGrp="1"/>
          </p:cNvSpPr>
          <p:nvPr>
            <p:ph type="title"/>
          </p:nvPr>
        </p:nvSpPr>
        <p:spPr/>
        <p:txBody>
          <a:bodyPr/>
          <a:lstStyle/>
          <a:p>
            <a:r>
              <a:rPr lang="en-US" dirty="0"/>
              <a:t>Intro to Supervised Learning</a:t>
            </a:r>
            <a:endParaRPr lang="en-GB" dirty="0"/>
          </a:p>
        </p:txBody>
      </p:sp>
      <p:graphicFrame>
        <p:nvGraphicFramePr>
          <p:cNvPr id="7" name="Diagram 6">
            <a:extLst>
              <a:ext uri="{FF2B5EF4-FFF2-40B4-BE49-F238E27FC236}">
                <a16:creationId xmlns:a16="http://schemas.microsoft.com/office/drawing/2014/main" id="{9401C7F1-79D6-A14F-B1AF-EE2F51F3F484}"/>
              </a:ext>
            </a:extLst>
          </p:cNvPr>
          <p:cNvGraphicFramePr/>
          <p:nvPr>
            <p:extLst>
              <p:ext uri="{D42A27DB-BD31-4B8C-83A1-F6EECF244321}">
                <p14:modId xmlns:p14="http://schemas.microsoft.com/office/powerpoint/2010/main" val="1605107236"/>
              </p:ext>
            </p:extLst>
          </p:nvPr>
        </p:nvGraphicFramePr>
        <p:xfrm>
          <a:off x="1021346" y="719666"/>
          <a:ext cx="1033245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2065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D56E-F827-0B0A-20C6-C6B2765BA15E}"/>
              </a:ext>
            </a:extLst>
          </p:cNvPr>
          <p:cNvSpPr>
            <a:spLocks noGrp="1"/>
          </p:cNvSpPr>
          <p:nvPr>
            <p:ph type="title"/>
          </p:nvPr>
        </p:nvSpPr>
        <p:spPr/>
        <p:txBody>
          <a:bodyPr/>
          <a:lstStyle/>
          <a:p>
            <a:r>
              <a:rPr lang="en-US" dirty="0"/>
              <a:t>Train test split</a:t>
            </a:r>
            <a:endParaRPr lang="en-GB" dirty="0"/>
          </a:p>
        </p:txBody>
      </p:sp>
      <p:sp>
        <p:nvSpPr>
          <p:cNvPr id="3" name="Content Placeholder 2">
            <a:extLst>
              <a:ext uri="{FF2B5EF4-FFF2-40B4-BE49-F238E27FC236}">
                <a16:creationId xmlns:a16="http://schemas.microsoft.com/office/drawing/2014/main" id="{912D0052-CADE-4C92-9CB7-B4C809194492}"/>
              </a:ext>
            </a:extLst>
          </p:cNvPr>
          <p:cNvSpPr>
            <a:spLocks noGrp="1"/>
          </p:cNvSpPr>
          <p:nvPr>
            <p:ph idx="1"/>
          </p:nvPr>
        </p:nvSpPr>
        <p:spPr/>
        <p:txBody>
          <a:bodyPr>
            <a:normAutofit/>
          </a:bodyPr>
          <a:lstStyle/>
          <a:p>
            <a:pPr>
              <a:buFont typeface="Wingdings" panose="05000000000000000000" pitchFamily="2" charset="2"/>
              <a:buChar char="Ø"/>
            </a:pPr>
            <a:r>
              <a:rPr lang="en-US" dirty="0"/>
              <a:t>In supervised machine learning, we have data with labels and we want to train a model to predict labels from data.</a:t>
            </a:r>
          </a:p>
          <a:p>
            <a:pPr>
              <a:buFont typeface="Wingdings" panose="05000000000000000000" pitchFamily="2" charset="2"/>
              <a:buChar char="Ø"/>
            </a:pPr>
            <a:r>
              <a:rPr lang="en-US" dirty="0"/>
              <a:t>But we don’t want to just have a model “remember” labels from data, we want our model to perform well on data it hasn’t seen before.</a:t>
            </a:r>
          </a:p>
          <a:p>
            <a:pPr>
              <a:buFont typeface="Wingdings" panose="05000000000000000000" pitchFamily="2" charset="2"/>
              <a:buChar char="Ø"/>
            </a:pPr>
            <a:r>
              <a:rPr lang="en-US" dirty="0"/>
              <a:t>To do this, we split our data into training data and test data. By default this is often a 70:30 split. These two collections are disjoint. </a:t>
            </a:r>
          </a:p>
          <a:p>
            <a:pPr>
              <a:buFont typeface="Wingdings" panose="05000000000000000000" pitchFamily="2" charset="2"/>
              <a:buChar char="Ø"/>
            </a:pPr>
            <a:r>
              <a:rPr lang="en-US" dirty="0"/>
              <a:t>We train our model on the training data and then see how well it generalizes on the test data.</a:t>
            </a:r>
            <a:endParaRPr lang="en-GB" dirty="0"/>
          </a:p>
        </p:txBody>
      </p:sp>
      <p:sp>
        <p:nvSpPr>
          <p:cNvPr id="5" name="TextBox 4">
            <a:extLst>
              <a:ext uri="{FF2B5EF4-FFF2-40B4-BE49-F238E27FC236}">
                <a16:creationId xmlns:a16="http://schemas.microsoft.com/office/drawing/2014/main" id="{5B342EE1-AB6E-A0BE-7303-4FCBDBC816E1}"/>
              </a:ext>
            </a:extLst>
          </p:cNvPr>
          <p:cNvSpPr txBox="1"/>
          <p:nvPr/>
        </p:nvSpPr>
        <p:spPr>
          <a:xfrm>
            <a:off x="4780548" y="365125"/>
            <a:ext cx="7539790" cy="1014380"/>
          </a:xfrm>
          <a:prstGeom prst="rect">
            <a:avLst/>
          </a:prstGeom>
          <a:noFill/>
        </p:spPr>
        <p:txBody>
          <a:bodyPr wrap="square">
            <a:spAutoFit/>
          </a:bodyPr>
          <a:lstStyle/>
          <a:p>
            <a:pPr>
              <a:lnSpc>
                <a:spcPts val="1425"/>
              </a:lnSpc>
              <a:buNone/>
            </a:pPr>
            <a:r>
              <a:rPr lang="en-GB" b="1" dirty="0">
                <a:solidFill>
                  <a:srgbClr val="9723B4"/>
                </a:solidFill>
                <a:effectLst/>
                <a:latin typeface="Courier New" panose="02070309020205020404" pitchFamily="49" charset="0"/>
              </a:rPr>
              <a:t>from</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sklearn.model_selection</a:t>
            </a:r>
            <a:r>
              <a:rPr lang="en-GB" b="1" dirty="0">
                <a:solidFill>
                  <a:srgbClr val="000000"/>
                </a:solidFill>
                <a:effectLst/>
                <a:latin typeface="Courier New" panose="02070309020205020404" pitchFamily="49" charset="0"/>
              </a:rPr>
              <a:t> </a:t>
            </a:r>
            <a:r>
              <a:rPr lang="en-GB" b="1" dirty="0">
                <a:solidFill>
                  <a:srgbClr val="9723B4"/>
                </a:solidFill>
                <a:effectLst/>
                <a:latin typeface="Courier New" panose="02070309020205020404" pitchFamily="49" charset="0"/>
              </a:rPr>
              <a:t>import</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train_test_split</a:t>
            </a:r>
            <a:endParaRPr lang="en-GB" b="1" dirty="0">
              <a:solidFill>
                <a:srgbClr val="000000"/>
              </a:solidFill>
              <a:effectLst/>
              <a:latin typeface="Courier New" panose="02070309020205020404" pitchFamily="49" charset="0"/>
            </a:endParaRPr>
          </a:p>
          <a:p>
            <a:pPr>
              <a:lnSpc>
                <a:spcPts val="1425"/>
              </a:lnSpc>
              <a:buNone/>
            </a:pPr>
            <a:br>
              <a:rPr lang="en-GB" b="1" dirty="0">
                <a:solidFill>
                  <a:srgbClr val="000000"/>
                </a:solidFill>
                <a:effectLst/>
                <a:latin typeface="Courier New" panose="02070309020205020404" pitchFamily="49" charset="0"/>
              </a:rPr>
            </a:br>
            <a:endParaRPr lang="en-GB" b="1" dirty="0">
              <a:solidFill>
                <a:srgbClr val="000000"/>
              </a:solidFill>
              <a:effectLst/>
              <a:latin typeface="Courier New" panose="02070309020205020404" pitchFamily="49" charset="0"/>
            </a:endParaRPr>
          </a:p>
          <a:p>
            <a:pPr>
              <a:lnSpc>
                <a:spcPts val="1425"/>
              </a:lnSpc>
              <a:buNone/>
            </a:pPr>
            <a:r>
              <a:rPr lang="en-GB" b="1" dirty="0" err="1">
                <a:solidFill>
                  <a:srgbClr val="000000"/>
                </a:solidFill>
                <a:effectLst/>
                <a:latin typeface="Courier New" panose="02070309020205020404" pitchFamily="49" charset="0"/>
              </a:rPr>
              <a:t>train_X</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test_X</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train_y</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test_y</a:t>
            </a:r>
            <a:r>
              <a:rPr lang="en-GB" b="1" dirty="0">
                <a:solidFill>
                  <a:srgbClr val="000000"/>
                </a:solidFill>
                <a:effectLst/>
                <a:latin typeface="Courier New" panose="02070309020205020404" pitchFamily="49" charset="0"/>
              </a:rPr>
              <a:t> = </a:t>
            </a:r>
            <a:r>
              <a:rPr lang="en-GB" b="1" dirty="0" err="1">
                <a:solidFill>
                  <a:srgbClr val="000000"/>
                </a:solidFill>
                <a:effectLst/>
                <a:latin typeface="Courier New" panose="02070309020205020404" pitchFamily="49" charset="0"/>
              </a:rPr>
              <a:t>train_test_split</a:t>
            </a:r>
            <a:r>
              <a:rPr lang="en-GB" b="1" dirty="0">
                <a:solidFill>
                  <a:srgbClr val="000000"/>
                </a:solidFill>
                <a:effectLst/>
                <a:latin typeface="Courier New" panose="02070309020205020404" pitchFamily="49" charset="0"/>
              </a:rPr>
              <a:t>(X, y)</a:t>
            </a:r>
          </a:p>
        </p:txBody>
      </p:sp>
    </p:spTree>
    <p:extLst>
      <p:ext uri="{BB962C8B-B14F-4D97-AF65-F5344CB8AC3E}">
        <p14:creationId xmlns:p14="http://schemas.microsoft.com/office/powerpoint/2010/main" val="1013842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61A0-7093-6BDE-C71C-9EF51A278DAC}"/>
              </a:ext>
            </a:extLst>
          </p:cNvPr>
          <p:cNvSpPr>
            <a:spLocks noGrp="1"/>
          </p:cNvSpPr>
          <p:nvPr>
            <p:ph type="title"/>
          </p:nvPr>
        </p:nvSpPr>
        <p:spPr>
          <a:xfrm>
            <a:off x="-21331" y="-87062"/>
            <a:ext cx="10515600" cy="1325563"/>
          </a:xfrm>
        </p:spPr>
        <p:txBody>
          <a:bodyPr/>
          <a:lstStyle/>
          <a:p>
            <a:r>
              <a:rPr lang="en-US" dirty="0"/>
              <a:t>K-Nearest </a:t>
            </a:r>
            <a:r>
              <a:rPr lang="en-US" dirty="0" err="1"/>
              <a:t>Neighbours</a:t>
            </a:r>
            <a:r>
              <a:rPr lang="en-US" dirty="0"/>
              <a:t> Classification</a:t>
            </a:r>
            <a:endParaRPr lang="en-GB" dirty="0"/>
          </a:p>
        </p:txBody>
      </p:sp>
      <p:sp>
        <p:nvSpPr>
          <p:cNvPr id="3" name="Content Placeholder 2">
            <a:extLst>
              <a:ext uri="{FF2B5EF4-FFF2-40B4-BE49-F238E27FC236}">
                <a16:creationId xmlns:a16="http://schemas.microsoft.com/office/drawing/2014/main" id="{649AE96E-8DCC-9C32-3FD0-34B67ADB0650}"/>
              </a:ext>
            </a:extLst>
          </p:cNvPr>
          <p:cNvSpPr>
            <a:spLocks noGrp="1"/>
          </p:cNvSpPr>
          <p:nvPr>
            <p:ph idx="1"/>
          </p:nvPr>
        </p:nvSpPr>
        <p:spPr>
          <a:xfrm>
            <a:off x="244642" y="999708"/>
            <a:ext cx="10515600" cy="3564522"/>
          </a:xfrm>
        </p:spPr>
        <p:txBody>
          <a:bodyPr/>
          <a:lstStyle/>
          <a:p>
            <a:pPr>
              <a:buFont typeface="Wingdings" panose="05000000000000000000" pitchFamily="2" charset="2"/>
              <a:buChar char="Ø"/>
            </a:pPr>
            <a:r>
              <a:rPr lang="en-US" dirty="0"/>
              <a:t>Intuition: “the label of data point is likely to be similar to the labels of the other data points near it”</a:t>
            </a:r>
          </a:p>
          <a:p>
            <a:pPr>
              <a:buFont typeface="Wingdings" panose="05000000000000000000" pitchFamily="2" charset="2"/>
              <a:buChar char="Ø"/>
            </a:pPr>
            <a:r>
              <a:rPr lang="en-US" dirty="0"/>
              <a:t>Value k: how many nearest </a:t>
            </a:r>
            <a:r>
              <a:rPr lang="en-US" dirty="0" err="1"/>
              <a:t>neighbours</a:t>
            </a:r>
            <a:r>
              <a:rPr lang="en-US" dirty="0"/>
              <a:t> do you look at to make that judgement?</a:t>
            </a:r>
          </a:p>
          <a:p>
            <a:pPr>
              <a:buFont typeface="Wingdings" panose="05000000000000000000" pitchFamily="2" charset="2"/>
              <a:buChar char="Ø"/>
            </a:pPr>
            <a:r>
              <a:rPr lang="en-GB" dirty="0"/>
              <a:t>An example of “instance-based learning”. There is no internal model constructed (nothing is “learnt”), classification is computed from a majority vote of the nearest neighbours at each point.</a:t>
            </a:r>
          </a:p>
        </p:txBody>
      </p:sp>
      <p:pic>
        <p:nvPicPr>
          <p:cNvPr id="7" name="Picture 6">
            <a:extLst>
              <a:ext uri="{FF2B5EF4-FFF2-40B4-BE49-F238E27FC236}">
                <a16:creationId xmlns:a16="http://schemas.microsoft.com/office/drawing/2014/main" id="{503749C5-A732-A658-106A-FCAEE97E9C01}"/>
              </a:ext>
            </a:extLst>
          </p:cNvPr>
          <p:cNvPicPr>
            <a:picLocks noChangeAspect="1"/>
          </p:cNvPicPr>
          <p:nvPr/>
        </p:nvPicPr>
        <p:blipFill>
          <a:blip r:embed="rId2"/>
          <a:stretch>
            <a:fillRect/>
          </a:stretch>
        </p:blipFill>
        <p:spPr>
          <a:xfrm>
            <a:off x="5236469" y="4325436"/>
            <a:ext cx="6373579" cy="2129422"/>
          </a:xfrm>
          <a:prstGeom prst="rect">
            <a:avLst/>
          </a:prstGeom>
        </p:spPr>
      </p:pic>
    </p:spTree>
    <p:extLst>
      <p:ext uri="{BB962C8B-B14F-4D97-AF65-F5344CB8AC3E}">
        <p14:creationId xmlns:p14="http://schemas.microsoft.com/office/powerpoint/2010/main" val="236310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C69F-260E-A495-B277-20ACE9E7BB60}"/>
              </a:ext>
            </a:extLst>
          </p:cNvPr>
          <p:cNvSpPr>
            <a:spLocks noGrp="1"/>
          </p:cNvSpPr>
          <p:nvPr>
            <p:ph type="title"/>
          </p:nvPr>
        </p:nvSpPr>
        <p:spPr/>
        <p:txBody>
          <a:bodyPr/>
          <a:lstStyle/>
          <a:p>
            <a:r>
              <a:rPr lang="en-US" dirty="0" err="1"/>
              <a:t>Visualising</a:t>
            </a:r>
            <a:r>
              <a:rPr lang="en-US" dirty="0"/>
              <a:t> Decision Boundaries</a:t>
            </a:r>
            <a:endParaRPr lang="en-GB" dirty="0"/>
          </a:p>
        </p:txBody>
      </p:sp>
      <p:pic>
        <p:nvPicPr>
          <p:cNvPr id="4098" name="Picture 2">
            <a:extLst>
              <a:ext uri="{FF2B5EF4-FFF2-40B4-BE49-F238E27FC236}">
                <a16:creationId xmlns:a16="http://schemas.microsoft.com/office/drawing/2014/main" id="{7D055011-43D7-8CD3-F77A-3CA8FC33B2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1379621"/>
            <a:ext cx="5949049" cy="45486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1FCCF6-D70E-EBEB-CE07-427AE5982857}"/>
              </a:ext>
            </a:extLst>
          </p:cNvPr>
          <p:cNvSpPr txBox="1"/>
          <p:nvPr/>
        </p:nvSpPr>
        <p:spPr>
          <a:xfrm>
            <a:off x="838200" y="4317063"/>
            <a:ext cx="5377094" cy="1732526"/>
          </a:xfrm>
          <a:prstGeom prst="rect">
            <a:avLst/>
          </a:prstGeom>
          <a:noFill/>
        </p:spPr>
        <p:txBody>
          <a:bodyPr wrap="square">
            <a:spAutoFit/>
          </a:bodyPr>
          <a:lstStyle/>
          <a:p>
            <a:pPr>
              <a:lnSpc>
                <a:spcPts val="1425"/>
              </a:lnSpc>
              <a:buNone/>
            </a:pPr>
            <a:r>
              <a:rPr lang="en-GB" b="1" dirty="0">
                <a:solidFill>
                  <a:srgbClr val="9723B4"/>
                </a:solidFill>
                <a:effectLst/>
                <a:latin typeface="Courier New" panose="02070309020205020404" pitchFamily="49" charset="0"/>
              </a:rPr>
              <a:t>from</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sklearn.inspection</a:t>
            </a:r>
            <a:r>
              <a:rPr lang="en-GB" b="1" dirty="0">
                <a:solidFill>
                  <a:srgbClr val="000000"/>
                </a:solidFill>
                <a:effectLst/>
                <a:latin typeface="Courier New" panose="02070309020205020404" pitchFamily="49" charset="0"/>
              </a:rPr>
              <a:t> </a:t>
            </a:r>
            <a:r>
              <a:rPr lang="en-GB" b="1" dirty="0">
                <a:solidFill>
                  <a:srgbClr val="9723B4"/>
                </a:solidFill>
                <a:effectLst/>
                <a:latin typeface="Courier New" panose="02070309020205020404" pitchFamily="49" charset="0"/>
              </a:rPr>
              <a:t>import</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DecisionBoundaryDisplay</a:t>
            </a:r>
            <a:endParaRPr lang="en-GB" b="1" dirty="0">
              <a:solidFill>
                <a:srgbClr val="000000"/>
              </a:solidFill>
              <a:effectLst/>
              <a:latin typeface="Courier New" panose="02070309020205020404" pitchFamily="49" charset="0"/>
            </a:endParaRPr>
          </a:p>
          <a:p>
            <a:pPr>
              <a:lnSpc>
                <a:spcPts val="1425"/>
              </a:lnSpc>
              <a:buNone/>
            </a:pPr>
            <a:r>
              <a:rPr lang="en-GB" b="1" dirty="0">
                <a:solidFill>
                  <a:srgbClr val="9723B4"/>
                </a:solidFill>
                <a:effectLst/>
                <a:latin typeface="Courier New" panose="02070309020205020404" pitchFamily="49" charset="0"/>
              </a:rPr>
              <a:t>import</a:t>
            </a:r>
            <a:r>
              <a:rPr lang="en-GB" b="1" dirty="0">
                <a:solidFill>
                  <a:srgbClr val="000000"/>
                </a:solidFill>
                <a:effectLst/>
                <a:latin typeface="Courier New" panose="02070309020205020404" pitchFamily="49" charset="0"/>
              </a:rPr>
              <a:t> seaborn </a:t>
            </a:r>
            <a:r>
              <a:rPr lang="en-GB" b="1" dirty="0">
                <a:solidFill>
                  <a:srgbClr val="9723B4"/>
                </a:solidFill>
                <a:effectLst/>
                <a:latin typeface="Courier New" panose="02070309020205020404" pitchFamily="49" charset="0"/>
              </a:rPr>
              <a:t>as</a:t>
            </a:r>
            <a:r>
              <a:rPr lang="en-GB" b="1" dirty="0">
                <a:solidFill>
                  <a:srgbClr val="000000"/>
                </a:solidFill>
                <a:effectLst/>
                <a:latin typeface="Courier New" panose="02070309020205020404" pitchFamily="49" charset="0"/>
              </a:rPr>
              <a:t> </a:t>
            </a:r>
            <a:r>
              <a:rPr lang="en-GB" b="1" dirty="0" err="1">
                <a:solidFill>
                  <a:srgbClr val="000000"/>
                </a:solidFill>
                <a:effectLst/>
                <a:latin typeface="Courier New" panose="02070309020205020404" pitchFamily="49" charset="0"/>
              </a:rPr>
              <a:t>sns</a:t>
            </a:r>
            <a:endParaRPr lang="en-GB" b="1" dirty="0">
              <a:solidFill>
                <a:srgbClr val="000000"/>
              </a:solidFill>
              <a:effectLst/>
              <a:latin typeface="Courier New" panose="02070309020205020404" pitchFamily="49" charset="0"/>
            </a:endParaRPr>
          </a:p>
          <a:p>
            <a:pPr>
              <a:lnSpc>
                <a:spcPts val="1425"/>
              </a:lnSpc>
              <a:buNone/>
            </a:pPr>
            <a:br>
              <a:rPr lang="en-GB" b="1" dirty="0">
                <a:solidFill>
                  <a:srgbClr val="000000"/>
                </a:solidFill>
                <a:effectLst/>
                <a:latin typeface="Courier New" panose="02070309020205020404" pitchFamily="49" charset="0"/>
              </a:rPr>
            </a:br>
            <a:endParaRPr lang="en-GB" b="1" dirty="0">
              <a:solidFill>
                <a:srgbClr val="000000"/>
              </a:solidFill>
              <a:effectLst/>
              <a:latin typeface="Courier New" panose="02070309020205020404" pitchFamily="49" charset="0"/>
            </a:endParaRPr>
          </a:p>
          <a:p>
            <a:pPr>
              <a:lnSpc>
                <a:spcPts val="1425"/>
              </a:lnSpc>
              <a:buNone/>
            </a:pPr>
            <a:r>
              <a:rPr lang="en-GB" b="1" dirty="0" err="1">
                <a:solidFill>
                  <a:srgbClr val="000000"/>
                </a:solidFill>
                <a:effectLst/>
                <a:latin typeface="Courier New" panose="02070309020205020404" pitchFamily="49" charset="0"/>
              </a:rPr>
              <a:t>DecisionBoundaryDisplay.from_estimator</a:t>
            </a:r>
            <a:r>
              <a:rPr lang="en-GB" b="1" dirty="0">
                <a:solidFill>
                  <a:srgbClr val="000000"/>
                </a:solidFill>
                <a:effectLst/>
                <a:latin typeface="Courier New" panose="02070309020205020404" pitchFamily="49" charset="0"/>
              </a:rPr>
              <a:t>(model, X, </a:t>
            </a:r>
            <a:r>
              <a:rPr lang="en-GB" b="1" dirty="0" err="1">
                <a:solidFill>
                  <a:srgbClr val="000000"/>
                </a:solidFill>
                <a:effectLst/>
                <a:latin typeface="Courier New" panose="02070309020205020404" pitchFamily="49" charset="0"/>
              </a:rPr>
              <a:t>cmap</a:t>
            </a:r>
            <a:r>
              <a:rPr lang="en-GB" b="1" dirty="0">
                <a:solidFill>
                  <a:srgbClr val="000000"/>
                </a:solidFill>
                <a:effectLst/>
                <a:latin typeface="Courier New" panose="02070309020205020404" pitchFamily="49" charset="0"/>
              </a:rPr>
              <a:t>=</a:t>
            </a:r>
            <a:r>
              <a:rPr lang="en-GB" b="1" dirty="0">
                <a:solidFill>
                  <a:srgbClr val="A31515"/>
                </a:solidFill>
                <a:effectLst/>
                <a:latin typeface="Courier New" panose="02070309020205020404" pitchFamily="49" charset="0"/>
              </a:rPr>
              <a:t>"</a:t>
            </a:r>
            <a:r>
              <a:rPr lang="en-GB" b="1" dirty="0" err="1">
                <a:solidFill>
                  <a:srgbClr val="A31515"/>
                </a:solidFill>
                <a:effectLst/>
                <a:latin typeface="Courier New" panose="02070309020205020404" pitchFamily="49" charset="0"/>
              </a:rPr>
              <a:t>PRGn</a:t>
            </a:r>
            <a:r>
              <a:rPr lang="en-GB" b="1" dirty="0">
                <a:solidFill>
                  <a:srgbClr val="A31515"/>
                </a:solidFill>
                <a:effectLst/>
                <a:latin typeface="Courier New" panose="02070309020205020404" pitchFamily="49" charset="0"/>
              </a:rPr>
              <a:t>"</a:t>
            </a:r>
            <a:r>
              <a:rPr lang="en-GB" b="1" dirty="0">
                <a:solidFill>
                  <a:srgbClr val="000000"/>
                </a:solidFill>
                <a:effectLst/>
                <a:latin typeface="Courier New" panose="02070309020205020404" pitchFamily="49" charset="0"/>
              </a:rPr>
              <a:t>)</a:t>
            </a:r>
          </a:p>
          <a:p>
            <a:pPr>
              <a:lnSpc>
                <a:spcPts val="1425"/>
              </a:lnSpc>
              <a:buNone/>
            </a:pPr>
            <a:r>
              <a:rPr lang="en-GB" b="1" dirty="0" err="1">
                <a:solidFill>
                  <a:srgbClr val="000000"/>
                </a:solidFill>
                <a:effectLst/>
                <a:latin typeface="Courier New" panose="02070309020205020404" pitchFamily="49" charset="0"/>
              </a:rPr>
              <a:t>sns.scatterplot</a:t>
            </a:r>
            <a:r>
              <a:rPr lang="en-GB" b="1" dirty="0">
                <a:solidFill>
                  <a:srgbClr val="000000"/>
                </a:solidFill>
                <a:effectLst/>
                <a:latin typeface="Courier New" panose="02070309020205020404" pitchFamily="49" charset="0"/>
              </a:rPr>
              <a:t>(data=X, x=</a:t>
            </a:r>
            <a:r>
              <a:rPr lang="en-GB" b="1" dirty="0">
                <a:solidFill>
                  <a:srgbClr val="A31515"/>
                </a:solidFill>
                <a:effectLst/>
                <a:latin typeface="Courier New" panose="02070309020205020404" pitchFamily="49" charset="0"/>
              </a:rPr>
              <a:t>"x1"</a:t>
            </a:r>
            <a:r>
              <a:rPr lang="en-GB" b="1" dirty="0">
                <a:solidFill>
                  <a:srgbClr val="000000"/>
                </a:solidFill>
                <a:effectLst/>
                <a:latin typeface="Courier New" panose="02070309020205020404" pitchFamily="49" charset="0"/>
              </a:rPr>
              <a:t>, y=</a:t>
            </a:r>
            <a:r>
              <a:rPr lang="en-GB" b="1" dirty="0">
                <a:solidFill>
                  <a:srgbClr val="A31515"/>
                </a:solidFill>
                <a:effectLst/>
                <a:latin typeface="Courier New" panose="02070309020205020404" pitchFamily="49" charset="0"/>
              </a:rPr>
              <a:t>"x2"</a:t>
            </a:r>
            <a:r>
              <a:rPr lang="en-GB" b="1" dirty="0">
                <a:solidFill>
                  <a:srgbClr val="000000"/>
                </a:solidFill>
                <a:effectLst/>
                <a:latin typeface="Courier New" panose="02070309020205020404" pitchFamily="49" charset="0"/>
              </a:rPr>
              <a:t>, hue=y, palette=</a:t>
            </a:r>
            <a:r>
              <a:rPr lang="en-GB" b="1" dirty="0">
                <a:solidFill>
                  <a:srgbClr val="A31515"/>
                </a:solidFill>
                <a:effectLst/>
                <a:latin typeface="Courier New" panose="02070309020205020404" pitchFamily="49" charset="0"/>
              </a:rPr>
              <a:t>"Dark2"</a:t>
            </a:r>
            <a:r>
              <a:rPr lang="en-GB" b="1"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4E86E5ED-8E22-BB4E-EB9B-D7C65117709B}"/>
              </a:ext>
            </a:extLst>
          </p:cNvPr>
          <p:cNvSpPr txBox="1"/>
          <p:nvPr/>
        </p:nvSpPr>
        <p:spPr>
          <a:xfrm>
            <a:off x="838200" y="1674674"/>
            <a:ext cx="5569132" cy="2862322"/>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The optimal value of k is very data-dependent. We can play around with different values of k to see how it affects performance. In general a larger k reduces the effects of noise but makes the classification boundaries less distinct.</a:t>
            </a:r>
          </a:p>
          <a:p>
            <a:pPr marL="285750" indent="-285750">
              <a:buFont typeface="Wingdings" panose="05000000000000000000" pitchFamily="2" charset="2"/>
              <a:buChar char="Ø"/>
            </a:pPr>
            <a:r>
              <a:rPr lang="en-US" sz="2000" dirty="0"/>
              <a:t>We can </a:t>
            </a:r>
            <a:r>
              <a:rPr lang="en-US" sz="2000" dirty="0" err="1"/>
              <a:t>visualise</a:t>
            </a:r>
            <a:r>
              <a:rPr lang="en-US" sz="2000" dirty="0"/>
              <a:t> the decision boundary of our KNN algorithm to see how it makes the decision.</a:t>
            </a:r>
          </a:p>
          <a:p>
            <a:endParaRPr lang="en-GB" sz="2000" dirty="0"/>
          </a:p>
        </p:txBody>
      </p:sp>
    </p:spTree>
    <p:extLst>
      <p:ext uri="{BB962C8B-B14F-4D97-AF65-F5344CB8AC3E}">
        <p14:creationId xmlns:p14="http://schemas.microsoft.com/office/powerpoint/2010/main" val="2874863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8C47-191E-01DA-4FC7-0ACA82FCDE98}"/>
              </a:ext>
            </a:extLst>
          </p:cNvPr>
          <p:cNvSpPr>
            <a:spLocks noGrp="1"/>
          </p:cNvSpPr>
          <p:nvPr>
            <p:ph type="title"/>
          </p:nvPr>
        </p:nvSpPr>
        <p:spPr/>
        <p:txBody>
          <a:bodyPr/>
          <a:lstStyle/>
          <a:p>
            <a:r>
              <a:rPr lang="en-US" dirty="0"/>
              <a:t>The effect of distance</a:t>
            </a:r>
            <a:endParaRPr lang="en-GB" dirty="0"/>
          </a:p>
        </p:txBody>
      </p:sp>
      <p:sp>
        <p:nvSpPr>
          <p:cNvPr id="3" name="Content Placeholder 2">
            <a:extLst>
              <a:ext uri="{FF2B5EF4-FFF2-40B4-BE49-F238E27FC236}">
                <a16:creationId xmlns:a16="http://schemas.microsoft.com/office/drawing/2014/main" id="{4F7B831C-08A2-7A02-0CC3-E2EBED2D9722}"/>
              </a:ext>
            </a:extLst>
          </p:cNvPr>
          <p:cNvSpPr>
            <a:spLocks noGrp="1"/>
          </p:cNvSpPr>
          <p:nvPr>
            <p:ph idx="1"/>
          </p:nvPr>
        </p:nvSpPr>
        <p:spPr/>
        <p:txBody>
          <a:bodyPr/>
          <a:lstStyle/>
          <a:p>
            <a:pPr>
              <a:buFont typeface="Wingdings" panose="05000000000000000000" pitchFamily="2" charset="2"/>
              <a:buChar char="Ø"/>
            </a:pPr>
            <a:r>
              <a:rPr lang="en-US" dirty="0"/>
              <a:t>KNN has a “weights” parameter which by default is “uniform” (everyone of the K nearest </a:t>
            </a:r>
            <a:r>
              <a:rPr lang="en-US" dirty="0" err="1"/>
              <a:t>neighbours</a:t>
            </a:r>
            <a:r>
              <a:rPr lang="en-US" dirty="0"/>
              <a:t> has uniform influence on the classification).</a:t>
            </a:r>
          </a:p>
          <a:p>
            <a:pPr>
              <a:buFont typeface="Wingdings" panose="05000000000000000000" pitchFamily="2" charset="2"/>
              <a:buChar char="Ø"/>
            </a:pPr>
            <a:r>
              <a:rPr lang="en-US" dirty="0"/>
              <a:t>You might decide that nearer data points should have a stronger influence on the algorithms decision. </a:t>
            </a:r>
            <a:r>
              <a:rPr lang="en-US" dirty="0" err="1"/>
              <a:t>Seeting</a:t>
            </a:r>
            <a:r>
              <a:rPr lang="en-US" dirty="0"/>
              <a:t> weights = “distance” assigns weights proportional to the inverse of the distance from the query point.</a:t>
            </a:r>
          </a:p>
          <a:p>
            <a:pPr>
              <a:buFont typeface="Wingdings" panose="05000000000000000000" pitchFamily="2" charset="2"/>
              <a:buChar char="Ø"/>
            </a:pPr>
            <a:r>
              <a:rPr lang="en-US" dirty="0"/>
              <a:t>Intuitively, you might only want to pick the nearest k neighbors as long as they are in a certain radius. This modified algorithm is called the Radius Neighbors Classifier.</a:t>
            </a:r>
            <a:endParaRPr lang="en-GB" dirty="0"/>
          </a:p>
        </p:txBody>
      </p:sp>
    </p:spTree>
    <p:extLst>
      <p:ext uri="{BB962C8B-B14F-4D97-AF65-F5344CB8AC3E}">
        <p14:creationId xmlns:p14="http://schemas.microsoft.com/office/powerpoint/2010/main" val="1119606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1413</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Cambria Math</vt:lpstr>
      <vt:lpstr>Courier New</vt:lpstr>
      <vt:lpstr>Wingdings</vt:lpstr>
      <vt:lpstr>Office Theme</vt:lpstr>
      <vt:lpstr>K-means clustering and K Nearest Neighbours</vt:lpstr>
      <vt:lpstr>PowerPoint Presentation</vt:lpstr>
      <vt:lpstr>K-means clustering</vt:lpstr>
      <vt:lpstr>PowerPoint Presentation</vt:lpstr>
      <vt:lpstr>How do we define “nearest?”</vt:lpstr>
      <vt:lpstr>Inertia can be recognised as a measure of how internally coherent clusters are.</vt:lpstr>
      <vt:lpstr>PowerPoint Presentation</vt:lpstr>
      <vt:lpstr>PowerPoint Presentation</vt:lpstr>
      <vt:lpstr>How do you choose “k”?</vt:lpstr>
      <vt:lpstr>PowerPoint Presentation</vt:lpstr>
      <vt:lpstr>Any questions on K means clustering?</vt:lpstr>
      <vt:lpstr>Intro to Supervised Learning</vt:lpstr>
      <vt:lpstr>Train test split</vt:lpstr>
      <vt:lpstr>K-Nearest Neighbours Classification</vt:lpstr>
      <vt:lpstr>Visualising Decision Boundaries</vt:lpstr>
      <vt:lpstr>The effect of distance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Huw Day</dc:creator>
  <cp:lastModifiedBy>Huw Day</cp:lastModifiedBy>
  <cp:revision>1</cp:revision>
  <dcterms:created xsi:type="dcterms:W3CDTF">2026-01-09T09:18:38Z</dcterms:created>
  <dcterms:modified xsi:type="dcterms:W3CDTF">2026-01-22T14:30:39Z</dcterms:modified>
</cp:coreProperties>
</file>